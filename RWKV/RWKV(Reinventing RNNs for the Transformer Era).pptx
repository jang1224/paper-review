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58076-ACD0-8C89-72CE-39A1AFAC7B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3014A93-CC05-0401-2659-E4AB577DE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1A67F7-EA8C-4698-0CC6-7E0717D30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53E8-F630-42D0-82F0-29B065DAE29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15497-7E0B-E161-F252-510C5BC49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3929C9-4AA3-46A6-F40E-3E068F098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136E-940E-4C54-AB7D-8EBB0BBFF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706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9E6631-0765-FD8F-B374-FA0BC25D2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AFA26D-AFF0-0721-A708-C38B9AA84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61365E-3480-1B03-37ED-6FAE2EADF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53E8-F630-42D0-82F0-29B065DAE29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B06BA0-B2E1-D176-3657-514C5F6F4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77B8B0-5615-850A-881C-E182E7B96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136E-940E-4C54-AB7D-8EBB0BBFF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22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1F29C9-22C4-8697-DB1E-08AD67918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E8026F-A9A3-50A5-1FAB-21C7AF1AD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99F446-A7D5-214F-F088-DF9C90E6A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53E8-F630-42D0-82F0-29B065DAE29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F1AEA5-CC6A-F06D-AF72-BE05BAD09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89C720-8D8E-1AE1-8E82-D511BD06F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136E-940E-4C54-AB7D-8EBB0BBFF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769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7341F-9FC9-7518-3187-33600FC5B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6F2D8F-40C5-284E-F0E8-196A9A7C6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0485DD-42A1-34CB-8C99-326C5659E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DBCDF5-3A12-D557-5DE4-143179DB2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53E8-F630-42D0-82F0-29B065DAE29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13818E-B56A-0A98-8195-6E2FC1949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FDA82A-EA39-E554-2538-D4FDA3F41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136E-940E-4C54-AB7D-8EBB0BBFF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78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B5283-0D5A-969B-D4F5-A2DCE463B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5D2DC1-DE5A-2DCB-C649-093B5D8D0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25DAED-53DD-8F39-AEE9-DA0BFAE66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2EF86CB-E8FA-57FC-7FD6-F6187DCCD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5E9E864-3E76-0A2C-FE72-84E14FEE28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3E1197-B276-F527-E6F2-BF9563906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53E8-F630-42D0-82F0-29B065DAE29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E1BDAB-9676-1147-7073-9502ADDED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5802CAD-483C-0CB7-6976-1880CBE73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136E-940E-4C54-AB7D-8EBB0BBFF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211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F5BB3-6162-ED3D-0835-4FCEBA2DD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4DDD81-A8BD-D7D7-E58B-103D76C9C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53E8-F630-42D0-82F0-29B065DAE29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16E22A-A2E3-B5DE-5C54-1112559B8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78A102-1399-75FE-514C-7AB076060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136E-940E-4C54-AB7D-8EBB0BBFF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377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48B5185-703F-0D0A-02AE-C4FD599FB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53E8-F630-42D0-82F0-29B065DAE29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B6ADEE0-BF87-8913-ABE1-0B6A8DCF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4483E4-9352-AE7C-2760-A699147F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136E-940E-4C54-AB7D-8EBB0BBFF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74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55AD4C-65D9-1A58-3A7E-AEEB30173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3B8F1E-6FBD-2868-4B85-9B83199BE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1F307E-9B20-B7E2-7579-1C1C8B24D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752198-76C8-B77A-3EDA-D788784D3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53E8-F630-42D0-82F0-29B065DAE29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09607A-DBD2-F0B8-2E69-C35EE886F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0B5506-FB86-F587-C4DC-87E7CE591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136E-940E-4C54-AB7D-8EBB0BBFF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909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800CCA-CF66-9761-717B-8757AA453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78DA6D1-C14E-6402-149C-74D12A683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8E7598-66AD-6D87-2647-0DA99C8F6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9A678C-22BC-72FE-E23E-174421C14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53E8-F630-42D0-82F0-29B065DAE29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367566-556B-A498-FCF5-2F9538A22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27A537-800F-9FA2-812A-A6923F3B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136E-940E-4C54-AB7D-8EBB0BBFF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929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6BBEBE-30B1-EC29-E2CC-C6C5F88BC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0550BF-961F-9B2E-0095-3FCD0243D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D6AF08-D549-16E6-CCE7-DF6CA3984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53E8-F630-42D0-82F0-29B065DAE29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382856-065B-181B-B484-97F1DFC6A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1673D1-0D90-39C7-D5CC-4F0CBEC5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136E-940E-4C54-AB7D-8EBB0BBFF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191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9282D0-7465-439F-D12C-37B1F63909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B030C4-276E-6029-3397-3D27F6FC8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D4ADBE-8C71-BD8C-BD85-CBD118E26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53E8-F630-42D0-82F0-29B065DAE29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221EC0-3531-16ED-7783-298C3F33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8F1EF7-0E9D-ADBA-1E61-9AAE863AA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136E-940E-4C54-AB7D-8EBB0BBFF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713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1DC80C-A9E2-4347-3BC5-AEFE933B8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8F4DE2-FB48-DF87-FFB6-EDB079138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29EE54-002D-5832-F317-0FAF053F9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DF53E8-F630-42D0-82F0-29B065DAE29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93EC97-9E0F-6E10-B2CD-0E3DE7617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097D73-E1F5-6ED4-F09D-371D3E1B4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5136E-940E-4C54-AB7D-8EBB0BBFF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930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212AFC-A660-F2F9-0E6E-8D5A5FE8A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067253"/>
          </a:xfrm>
        </p:spPr>
        <p:txBody>
          <a:bodyPr>
            <a:normAutofit/>
          </a:bodyPr>
          <a:lstStyle/>
          <a:p>
            <a:r>
              <a:rPr lang="en-US" altLang="ko-KR" dirty="0"/>
              <a:t>RWKV:</a:t>
            </a:r>
            <a:br>
              <a:rPr lang="en-US" altLang="ko-KR" dirty="0"/>
            </a:br>
            <a:r>
              <a:rPr lang="en-US" altLang="ko-KR" sz="4000" dirty="0"/>
              <a:t>Reinventing RNNs </a:t>
            </a:r>
            <a:br>
              <a:rPr lang="en-US" altLang="ko-KR" sz="4000" dirty="0"/>
            </a:br>
            <a:r>
              <a:rPr lang="en-US" altLang="ko-KR" sz="4000" dirty="0"/>
              <a:t>for the Transformer Era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0E1E0E-0D8D-47C4-E933-4F682AA80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54880"/>
            <a:ext cx="9144000" cy="502919"/>
          </a:xfrm>
        </p:spPr>
        <p:txBody>
          <a:bodyPr/>
          <a:lstStyle/>
          <a:p>
            <a:r>
              <a:rPr lang="en-US" altLang="ko-KR" dirty="0"/>
              <a:t>2022158034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5149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1EDB0-65BC-127B-9D30-0B959C3DC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내용 개체 틀 3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F18DBF9-5CBF-2D1F-C130-2A4EEB1C59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6900" y="3088987"/>
            <a:ext cx="5877777" cy="296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355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73D21F-3A9D-85E0-6151-031B3117D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9D6D2F-F6E1-D0D0-9BEB-9A1D02249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트랜스포머의 병렬 학습 구조를 유지</a:t>
            </a:r>
            <a:endParaRPr lang="en-US" altLang="ko-KR" sz="1800" dirty="0">
              <a:effectLst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8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RNN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처럼 효율적인 순차 </a:t>
            </a:r>
            <a:r>
              <a:rPr lang="ko-KR" altLang="ko-KR" sz="180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추론이 가능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62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22</Words>
  <Application>Microsoft Office PowerPoint</Application>
  <PresentationFormat>와이드스크린</PresentationFormat>
  <Paragraphs>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RWKV: Reinventing RNNs  for the Transformer Era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조장혁(2022158034)</dc:creator>
  <cp:lastModifiedBy>조장혁(2022158034)</cp:lastModifiedBy>
  <cp:revision>2</cp:revision>
  <dcterms:created xsi:type="dcterms:W3CDTF">2025-05-26T07:52:11Z</dcterms:created>
  <dcterms:modified xsi:type="dcterms:W3CDTF">2025-05-27T08:21:30Z</dcterms:modified>
</cp:coreProperties>
</file>