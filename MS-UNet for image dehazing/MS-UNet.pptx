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731C3C-A19C-46F0-8B1C-C8A83BF55BD5}" v="9" dt="2025-07-29T17:38:15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3D732-F86C-A34D-72F8-D4322478E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275197-19DD-CAC4-575E-3F7355042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40C858-BC20-9B88-EB60-780E7649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68B297-92EF-5E7B-FF05-2CC99A71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2DC1AA-78C5-5AED-9C22-B47792CC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9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3A158-8702-5D23-F1A8-BE230ABF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956046-ADFA-8AC4-7BE3-9F8EB536F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0AED4B-D171-6827-8193-8FD54580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71E19-87F9-177F-15F2-2DA4F13E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310B0A-7867-D894-A6E0-7903A418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39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D67B0-AEEB-BF8E-4CCD-DABA522F6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B1E802-DFF1-5304-4D2D-84A0B9967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473521-5A4F-0643-363C-C1DA1CED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96740-2925-0E16-D06D-40230C6C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98338C-ED1E-81A8-0F03-0518AD9B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152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7C9D4-6348-B11A-0DC6-858B2E804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094874-8B59-7106-FF11-289A3F1D6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CC3344-0D55-E3E3-6992-CD1DB9A20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5CEFBB-B754-4AFA-1035-F790B0CB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81E229-831F-8E1F-0DA4-F3BA69FA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66479-C96A-C5FB-A205-9206B7DA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849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CFC69-B82B-9807-657A-3C6CC608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51A338-85EA-B016-C129-A9CDB9657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9AED6B-C31F-597F-25AB-1B47D67D5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1142FA-5BE6-33A4-36D7-37CF05FA7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F97909-F8F6-BB5E-AA28-BEAE0A0C44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7AF84-0469-47F8-923C-8B51F64D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17017B-D605-210C-5F0B-2C8FF7710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E4221E-572F-5971-AAE9-294FE5EC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099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5A394-D64B-362A-5ABC-A8F1AD09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70E9DC-BE7A-5C26-A257-CB5728E6A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5D6DD2-422D-F88D-1683-095047125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2706A2-C91D-47E8-F2D9-AABBE2AB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17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07C913-0694-786A-B1D2-79B113B7A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7D597B1-105F-F045-58C2-FC7066AF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C4CDE0-41B0-988F-6B4F-EDD29280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58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8EBEF-FD8D-1BA9-893F-6F72694D4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C46D45-21FE-6FAE-4C61-6D2DA4F29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17F9CC-4FD5-0AE6-DC84-FB5B31EA8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C43BDB-7D12-70AC-F862-9F036E4A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CCC4B1-B646-7BB5-C072-D0AE5CD7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B3B4E8-F049-FE6F-82B4-CDA17A49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26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3B9672-2C18-D550-F9C9-5A13B39A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A9141F-CD4A-6944-DD8D-4F1416C23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527325-3C7A-60D2-92A5-91FB0D1E8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1C9D35-41EC-96E8-9B2F-FB60E872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2203C6-725C-BC2D-835B-2A8E1EE8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40F895-2823-22D2-A755-520025DC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13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57862-F9C2-461B-0589-24E423F72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2950CA-BA7C-9008-CB41-55AD940A5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9BD38C-AC2F-9AD0-341C-6C626716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7DE10C-417D-6C7D-56E8-3C2A7091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D6A492-8BB5-A468-1FED-D498473F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6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A3A0DF-AF5D-35D9-F1CF-1F3786FB9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BC512C-B399-20E3-0721-034006637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B9DDAB-1BE4-5522-BDA3-7A324329A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B6912-54E2-241F-E12E-26739A3B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333FB9-B5C9-8F07-CF47-D87C165E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50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9CB952-CD4A-ED69-238E-A85E6916F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9B0DDD-5476-2D08-80D0-56E9880E5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2AA4D-A68E-D79B-2650-CD693D4E6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94DCC-0D76-4849-B3F5-254D6379FCE8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E7FEF-D0CB-6B73-5068-2E2264FF9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DDC41A-9BD8-20CD-2A4D-54CC0F666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E5D5C-F8FA-4086-9B52-4572A7AD3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67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75D8F-F148-7E98-5E56-BF10020AB0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MS-</a:t>
            </a:r>
            <a:r>
              <a:rPr lang="en-US" altLang="ko-KR" sz="3600" dirty="0" err="1"/>
              <a:t>UNet</a:t>
            </a:r>
            <a:r>
              <a:rPr lang="en-US" altLang="ko-KR" sz="3600" dirty="0"/>
              <a:t>: A Deep Learning Framework for High-Fidelity Image Dehazing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FB9816-F658-A4AC-9283-0FC784900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1426"/>
            <a:ext cx="9144000" cy="676373"/>
          </a:xfrm>
        </p:spPr>
        <p:txBody>
          <a:bodyPr/>
          <a:lstStyle/>
          <a:p>
            <a:r>
              <a:rPr lang="en-US" altLang="ko-KR"/>
              <a:t>2022158034 </a:t>
            </a:r>
            <a:r>
              <a:rPr lang="ko-KR" altLang="en-US" dirty="0"/>
              <a:t>조장혁</a:t>
            </a:r>
          </a:p>
        </p:txBody>
      </p:sp>
    </p:spTree>
    <p:extLst>
      <p:ext uri="{BB962C8B-B14F-4D97-AF65-F5344CB8AC3E}">
        <p14:creationId xmlns:p14="http://schemas.microsoft.com/office/powerpoint/2010/main" val="306207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1C976-8D40-808D-C431-5CEFB4DB0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CFA9BC4-03B6-5400-FB51-15BE49F12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ko-KR" altLang="en-US" dirty="0" err="1"/>
              <a:t>디헤이징</a:t>
            </a:r>
            <a:r>
              <a:rPr lang="ko-KR" altLang="en-US" dirty="0"/>
              <a:t> 기법은 이미지 통계나 사전 지식을 활용하여 </a:t>
            </a:r>
            <a:r>
              <a:rPr lang="en-US" altLang="ko-KR" dirty="0"/>
              <a:t>t(x)</a:t>
            </a:r>
            <a:r>
              <a:rPr lang="ko-KR" altLang="en-US" dirty="0"/>
              <a:t>와 </a:t>
            </a:r>
            <a:r>
              <a:rPr lang="en-US" altLang="ko-KR" dirty="0"/>
              <a:t>A</a:t>
            </a:r>
            <a:r>
              <a:rPr lang="ko-KR" altLang="en-US" dirty="0"/>
              <a:t>를 추정한 뒤 이를 바탕으로 </a:t>
            </a:r>
            <a:r>
              <a:rPr lang="en-US" altLang="ko-KR" dirty="0"/>
              <a:t>J(x)</a:t>
            </a:r>
            <a:r>
              <a:rPr lang="ko-KR" altLang="en-US" dirty="0"/>
              <a:t>를 복원함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DCP, CAP -&gt; </a:t>
            </a:r>
            <a:r>
              <a:rPr lang="ko-KR" altLang="en-US" dirty="0"/>
              <a:t>처리 시간 길고</a:t>
            </a:r>
            <a:r>
              <a:rPr lang="en-US" altLang="ko-KR" dirty="0"/>
              <a:t>, </a:t>
            </a:r>
            <a:r>
              <a:rPr lang="ko-KR" altLang="en-US" dirty="0"/>
              <a:t>밀도 </a:t>
            </a:r>
            <a:r>
              <a:rPr lang="ko-KR" altLang="en-US" dirty="0" err="1"/>
              <a:t>불균일한</a:t>
            </a:r>
            <a:r>
              <a:rPr lang="ko-KR" altLang="en-US" dirty="0"/>
              <a:t> 경우 성능 저하</a:t>
            </a:r>
            <a:r>
              <a:rPr lang="en-US" altLang="ko-KR" dirty="0"/>
              <a:t>, </a:t>
            </a:r>
            <a:r>
              <a:rPr lang="ko-KR" altLang="en-US" dirty="0"/>
              <a:t>병렬처리 부적합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U-Net</a:t>
            </a:r>
            <a:r>
              <a:rPr lang="ko-KR" altLang="en-US" dirty="0"/>
              <a:t>을 확장한 형태로 여러 스케일의 정보를 동시 처리 가능하게 설계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DAD17F1-F75D-6E02-643F-F032708A9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451" y="2998332"/>
            <a:ext cx="5336528" cy="43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0599A-A20C-67B3-36D6-F7326341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</a:t>
            </a:r>
          </a:p>
        </p:txBody>
      </p:sp>
      <p:pic>
        <p:nvPicPr>
          <p:cNvPr id="5" name="내용 개체 틀 4" descr="텍스트, 스크린샷, 도표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26F720-886D-09BD-4D08-3CE546684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267" y="1825625"/>
            <a:ext cx="8203465" cy="4351338"/>
          </a:xfrm>
        </p:spPr>
      </p:pic>
    </p:spTree>
    <p:extLst>
      <p:ext uri="{BB962C8B-B14F-4D97-AF65-F5344CB8AC3E}">
        <p14:creationId xmlns:p14="http://schemas.microsoft.com/office/powerpoint/2010/main" val="61098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07216-B982-F90F-5521-883F4191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</a:p>
        </p:txBody>
      </p:sp>
      <p:pic>
        <p:nvPicPr>
          <p:cNvPr id="5" name="내용 개체 틀 4" descr="콜라주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ECEF93-731B-CE22-EB2A-45A42EE1F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857" y="795538"/>
            <a:ext cx="7018286" cy="3699459"/>
          </a:xfr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26196C-F884-8959-B12C-26E57B17B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758" y="4604836"/>
            <a:ext cx="7766484" cy="17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70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05DA294FFD5784787D5AB72E0DED182" ma:contentTypeVersion="5" ma:contentTypeDescription="새 문서를 만듭니다." ma:contentTypeScope="" ma:versionID="1947bb15c4f475d9e28fdf681c448344">
  <xsd:schema xmlns:xsd="http://www.w3.org/2001/XMLSchema" xmlns:xs="http://www.w3.org/2001/XMLSchema" xmlns:p="http://schemas.microsoft.com/office/2006/metadata/properties" xmlns:ns3="9355d4e4-c342-4770-8d34-c37815e2beaf" targetNamespace="http://schemas.microsoft.com/office/2006/metadata/properties" ma:root="true" ma:fieldsID="2e81d29a5cf4b8812fd158f7b17e1b60" ns3:_="">
    <xsd:import namespace="9355d4e4-c342-4770-8d34-c37815e2bea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55d4e4-c342-4770-8d34-c37815e2be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F8ED4D-8F80-41E1-A861-A9EFCF3A90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DCFFFE-D41B-44E3-8068-930416CE13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55d4e4-c342-4770-8d34-c37815e2be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26003A-3E88-4C89-8C16-1E4901E9265C}">
  <ds:schemaRefs>
    <ds:schemaRef ds:uri="9355d4e4-c342-4770-8d34-c37815e2beaf"/>
    <ds:schemaRef ds:uri="http://schemas.microsoft.com/office/2006/documentManagement/types"/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69</Words>
  <Application>Microsoft Office PowerPoint</Application>
  <PresentationFormat>와이드스크린</PresentationFormat>
  <Paragraphs>11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MS-UNet: A Deep Learning Framework for High-Fidelity Image Dehazing</vt:lpstr>
      <vt:lpstr>문제점</vt:lpstr>
      <vt:lpstr>구조</vt:lpstr>
      <vt:lpstr>실험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조장혁(2022158034)</dc:creator>
  <cp:lastModifiedBy>조장혁(2022158034)</cp:lastModifiedBy>
  <cp:revision>2</cp:revision>
  <dcterms:created xsi:type="dcterms:W3CDTF">2025-07-29T14:26:28Z</dcterms:created>
  <dcterms:modified xsi:type="dcterms:W3CDTF">2025-07-30T05:25:50Z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0x010100E05DA294FFD5784787D5AB72E0DED182</vt:lpwstr>
  </property>
</Properties>
</file>