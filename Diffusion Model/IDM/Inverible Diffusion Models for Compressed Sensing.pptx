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56" r:id="rId5"/>
    <p:sldId id="266" r:id="rId6"/>
    <p:sldId id="257" r:id="rId7"/>
    <p:sldId id="259" r:id="rId8"/>
    <p:sldId id="258" r:id="rId9"/>
    <p:sldId id="260" r:id="rId10"/>
    <p:sldId id="267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5D7BE8-169D-46F4-8710-7B81FF615F25}" v="4" dt="2025-06-24T14:59:22.9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5351" autoAdjust="0"/>
  </p:normalViewPr>
  <p:slideViewPr>
    <p:cSldViewPr snapToGrid="0">
      <p:cViewPr varScale="1">
        <p:scale>
          <a:sx n="81" d="100"/>
          <a:sy n="81" d="100"/>
        </p:scale>
        <p:origin x="114" y="16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FC935-6E36-4AA1-82DE-BB48C21AEAF1}" type="datetimeFigureOut">
              <a:rPr lang="ko-KR" altLang="en-US" smtClean="0"/>
              <a:t>2025-06-25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8647C3-02BF-41D5-A508-C50941FC5D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5727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8647C3-02BF-41D5-A508-C50941FC5D8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9540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340B17-B65D-7EAF-C23C-2198E4D280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F47582-DBD8-BBD7-6848-784F6B7FB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DCFC99-D9AD-ED60-0DAA-52BA787F5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896B9-3617-4D72-9AFE-9DEF3C646661}" type="datetimeFigureOut">
              <a:rPr lang="ko-KR" altLang="en-US" smtClean="0"/>
              <a:t>2025-06-25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F3BF9D-9B9E-BF3F-7F27-530DE735C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BA6A5D-20CB-24D1-9ECF-D11AF8520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0CB3-F8FD-4FDF-83C0-DEFF6E0CEE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5410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6D79E-4B92-4B93-D5AF-090AEC360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3C5D25-AFE2-E4E9-2185-146A3192C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39AFEA-10D7-A925-5069-45BC764B3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896B9-3617-4D72-9AFE-9DEF3C646661}" type="datetimeFigureOut">
              <a:rPr lang="ko-KR" altLang="en-US" smtClean="0"/>
              <a:t>2025-06-25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818F15-D2BA-C2BF-A9EC-83DE7F6E5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9BC34A-7C9A-5487-90B1-6D05D525C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0CB3-F8FD-4FDF-83C0-DEFF6E0CEE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4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1391F1-C965-3552-18B0-B95CF56DA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3121B2-4E46-C1BF-8AFF-0A1600FA2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073592-2092-7E07-7ED6-FD4859FEA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896B9-3617-4D72-9AFE-9DEF3C646661}" type="datetimeFigureOut">
              <a:rPr lang="ko-KR" altLang="en-US" smtClean="0"/>
              <a:t>2025-06-25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253049-FA15-0A22-C966-15DF6622D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CA424C-70D7-7BF4-D605-BD207CE09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0CB3-F8FD-4FDF-83C0-DEFF6E0CEE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9068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68EC19-DA1F-62AF-4769-DAE0E4F75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6208D9-B511-36D5-B23C-21DF2143AC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766A28E-452B-EE92-9284-4C1D8C49B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320E1E-36F7-F10E-BDB8-CCB260FE2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896B9-3617-4D72-9AFE-9DEF3C646661}" type="datetimeFigureOut">
              <a:rPr lang="ko-KR" altLang="en-US" smtClean="0"/>
              <a:t>2025-06-25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648906A-4F8E-EB0A-F5D8-544BFE2BE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11945F-3EA1-BA6C-A2FA-E7DBCCA73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0CB3-F8FD-4FDF-83C0-DEFF6E0CEE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0146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233D51-F06F-3EFA-3858-209DA2B5F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E8364B-B5F1-C387-01B7-97221F0EF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3B2C60-B78E-19CD-8679-68FE06CF86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98EB9B3-1EF6-0EF1-667D-1C9C998818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33D3F41-22FC-E0C3-55F6-D9BB6EE01B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433B5DE-BE05-14B0-1759-51D9EF34C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896B9-3617-4D72-9AFE-9DEF3C646661}" type="datetimeFigureOut">
              <a:rPr lang="ko-KR" altLang="en-US" smtClean="0"/>
              <a:t>2025-06-25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52B6A54-AABA-6F13-808A-F2E9D8F63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302C811-397B-6A79-E344-96D884BFA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0CB3-F8FD-4FDF-83C0-DEFF6E0CEE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574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DC9EB-7707-8230-1B19-D7D76EE1F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3609913-9D07-D536-7444-4505234D2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896B9-3617-4D72-9AFE-9DEF3C646661}" type="datetimeFigureOut">
              <a:rPr lang="ko-KR" altLang="en-US" smtClean="0"/>
              <a:t>2025-06-25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0D9A3E5-5F93-6A28-F277-DB84A4E5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F41B1FE-339A-B73A-FEFB-82A00BC5F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0CB3-F8FD-4FDF-83C0-DEFF6E0CEE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4940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8531E6A-88EF-231F-5219-166210280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896B9-3617-4D72-9AFE-9DEF3C646661}" type="datetimeFigureOut">
              <a:rPr lang="ko-KR" altLang="en-US" smtClean="0"/>
              <a:t>2025-06-25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5F400CA-BA73-C8BE-21DC-40266ABDD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E70782-27C6-C59D-2D5C-96E243634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0CB3-F8FD-4FDF-83C0-DEFF6E0CEE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5093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FCF374-31BE-2E26-4B16-E236C50AD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8526F0-2445-3F6D-AD42-AF8210BFE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EE1E94-F361-50D6-CAA2-0CFB3E850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E87530-D27C-3CA8-1737-2C26301C9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896B9-3617-4D72-9AFE-9DEF3C646661}" type="datetimeFigureOut">
              <a:rPr lang="ko-KR" altLang="en-US" smtClean="0"/>
              <a:t>2025-06-25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7B53F9-F729-8045-2CE9-01E35CD20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02D170-F254-410C-2C69-1EE1633FB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0CB3-F8FD-4FDF-83C0-DEFF6E0CEE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125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BA504A-41C6-E1E6-EB10-EF22E6D80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96DA315-5175-6ED0-5998-C53C3CAD8E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F2B25E-72E6-BB12-FD14-3253276A1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E6A3DE-5580-BFB4-382A-A6563C2DB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896B9-3617-4D72-9AFE-9DEF3C646661}" type="datetimeFigureOut">
              <a:rPr lang="ko-KR" altLang="en-US" smtClean="0"/>
              <a:t>2025-06-25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C7A789-D634-DA60-2D5A-5C1AA6E68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FE3628-0C9B-7E76-2501-20AA2D533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0CB3-F8FD-4FDF-83C0-DEFF6E0CEE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37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23AE19-4A54-698B-330B-8D12BD425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731106-5F2D-7F58-CD8B-CECD09A53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CC7C03-F3E2-9EF0-C994-7C4E8C364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896B9-3617-4D72-9AFE-9DEF3C646661}" type="datetimeFigureOut">
              <a:rPr lang="ko-KR" altLang="en-US" smtClean="0"/>
              <a:t>2025-06-25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1F1765-13AF-0BB0-4E4F-B3D336FDC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0B7527-7CA4-DE9C-E9DA-A4A8112EB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0CB3-F8FD-4FDF-83C0-DEFF6E0CEE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5596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182D892-C9FE-380A-B310-1A42608836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C486D69-7D09-E7D7-1498-70F2B7F7D3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537F44-041E-9314-A448-4E7B4D01C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896B9-3617-4D72-9AFE-9DEF3C646661}" type="datetimeFigureOut">
              <a:rPr lang="ko-KR" altLang="en-US" smtClean="0"/>
              <a:t>2025-06-25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D83A98-64B0-5098-A48A-6936D6DC5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66EE8C-2821-E5E1-4256-BA9AD66C1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90CB3-F8FD-4FDF-83C0-DEFF6E0CEE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0953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B494713-302F-A0AC-F7DA-074F0969C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25AC73-F864-C634-1EEF-490F93E95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443147-679C-95B7-AEE6-206E1EC64F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5896B9-3617-4D72-9AFE-9DEF3C646661}" type="datetimeFigureOut">
              <a:rPr lang="ko-KR" altLang="en-US" smtClean="0"/>
              <a:t>2025-06-25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B24E0C-9688-C29D-389D-13AAA30416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684D75-FD35-13D1-CF55-2172B857F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C90CB3-F8FD-4FDF-83C0-DEFF6E0CEE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774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81ED90-B98E-A72A-D5D1-34758CBCC7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5400" dirty="0"/>
              <a:t>Invertible Diffusion Models for Compressed Sensing</a:t>
            </a:r>
            <a:endParaRPr lang="ko-KR" altLang="en-US" sz="5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CC2D9D3-817C-76A6-02E6-CE9B5AD9FD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85372"/>
            <a:ext cx="9144000" cy="772427"/>
          </a:xfrm>
        </p:spPr>
        <p:txBody>
          <a:bodyPr/>
          <a:lstStyle/>
          <a:p>
            <a:r>
              <a:rPr lang="en-US" altLang="ko-KR"/>
              <a:t>2022158034 </a:t>
            </a:r>
            <a:r>
              <a:rPr lang="ko-KR" altLang="en-US" dirty="0"/>
              <a:t>조장혁</a:t>
            </a:r>
          </a:p>
        </p:txBody>
      </p:sp>
    </p:spTree>
    <p:extLst>
      <p:ext uri="{BB962C8B-B14F-4D97-AF65-F5344CB8AC3E}">
        <p14:creationId xmlns:p14="http://schemas.microsoft.com/office/powerpoint/2010/main" val="1913530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3B2100-6DDD-2AB6-9626-6CC4525C2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DDNM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37F2EF-6CB7-69B0-88B7-CBD93D4EE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디노이징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/>
              <a:t>측정 일관성 보정</a:t>
            </a:r>
            <a:r>
              <a:rPr lang="en-US" altLang="ko-KR" dirty="0"/>
              <a:t>(RND) + </a:t>
            </a:r>
            <a:r>
              <a:rPr lang="ko-KR" altLang="en-US" dirty="0" err="1"/>
              <a:t>재노이징</a:t>
            </a:r>
            <a:endParaRPr lang="en-US" altLang="ko-KR" dirty="0"/>
          </a:p>
          <a:p>
            <a:r>
              <a:rPr lang="en-US" altLang="ko-KR" dirty="0"/>
              <a:t>CS </a:t>
            </a:r>
            <a:r>
              <a:rPr lang="ko-KR" altLang="en-US" dirty="0"/>
              <a:t>문제에서 </a:t>
            </a:r>
            <a:r>
              <a:rPr lang="en-US" altLang="ko-KR" dirty="0"/>
              <a:t>DDNM</a:t>
            </a:r>
            <a:r>
              <a:rPr lang="ko-KR" altLang="en-US" dirty="0"/>
              <a:t>의 성능 제한됨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CS?</a:t>
            </a:r>
          </a:p>
          <a:p>
            <a:pPr lvl="1"/>
            <a:r>
              <a:rPr lang="ko-KR" altLang="en-US" dirty="0"/>
              <a:t>압축 센싱</a:t>
            </a:r>
            <a:r>
              <a:rPr lang="en-US" altLang="ko-KR" dirty="0"/>
              <a:t> : </a:t>
            </a:r>
            <a:r>
              <a:rPr lang="ko-KR" altLang="en-US" dirty="0"/>
              <a:t>불확실한 선형 시스템에 대한 솔루션을 찾아 신호를 효율적으로 수집하고 재구성하는 신호 처리 기술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FB45914-4457-C3BF-4F13-B32BB0742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8364" y="4773712"/>
            <a:ext cx="2942556" cy="120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577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2779BA-665D-B9DB-39A7-5E49C3D32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샘플링 과정 </a:t>
            </a:r>
            <a:r>
              <a:rPr lang="en-US" altLang="ko-KR" dirty="0"/>
              <a:t>training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5C2A715E-B4C2-4D65-94E2-4E6B5D552E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20728"/>
            <a:ext cx="7636554" cy="2295651"/>
          </a:xfrm>
        </p:spPr>
      </p:pic>
      <p:pic>
        <p:nvPicPr>
          <p:cNvPr id="6" name="내용 개체 틀 4">
            <a:extLst>
              <a:ext uri="{FF2B5EF4-FFF2-40B4-BE49-F238E27FC236}">
                <a16:creationId xmlns:a16="http://schemas.microsoft.com/office/drawing/2014/main" id="{C49EF832-13B9-E1A5-017C-FCA9B867C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0268" y="2551885"/>
            <a:ext cx="2048161" cy="36200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EB473DA-BB4C-5F36-4275-2FC4A034AE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9127" y="3146011"/>
            <a:ext cx="1695687" cy="32389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DD46893-52D3-05EB-B79D-3190E4A560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6232" y="3702031"/>
            <a:ext cx="1838582" cy="36200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417A35A-B40D-A32A-0A50-2AD315D5C1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7899" y="4362978"/>
            <a:ext cx="1952898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863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5C61F6-0291-106C-C2CF-007206E0A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초기화 전략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FE0D3BF-57C9-2A34-B00F-99DE64873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487" y="3429000"/>
            <a:ext cx="2966852" cy="815884"/>
          </a:xfrm>
          <a:prstGeom prst="rect">
            <a:avLst/>
          </a:prstGeom>
        </p:spPr>
      </p:pic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CFE7427-26A7-2926-6B5F-17B6DF1313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61487" y="4597016"/>
            <a:ext cx="6502173" cy="77062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5A1104A-FC47-73A8-44B6-45D460265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1487" y="2209075"/>
            <a:ext cx="2896502" cy="770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301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623DA4-FA7B-8010-D55E-800C6E053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샘플링 스텝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19CD3904-FDB0-D8A1-2BE1-21BA5AC01D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6980" y="2318460"/>
            <a:ext cx="5226334" cy="3717975"/>
          </a:xfrm>
        </p:spPr>
      </p:pic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F5E7B14-B18D-344E-1BD0-597ED5106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171" y="2629629"/>
            <a:ext cx="3768736" cy="118234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2326F5A-8B24-5E42-D47B-E4EFA19404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9745" y="3936246"/>
            <a:ext cx="4077587" cy="1182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491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C23183-834E-A709-8755-55B36704A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노이즈 </a:t>
            </a:r>
            <a:r>
              <a:rPr lang="ko-KR" altLang="en-US" dirty="0" err="1"/>
              <a:t>추정기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en-US" altLang="ko-KR" dirty="0" err="1"/>
              <a:t>UNet</a:t>
            </a:r>
            <a:endParaRPr lang="ko-KR" altLang="en-US" dirty="0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5C6F7C83-30CE-0BE7-56A0-BC71FEF27D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48529"/>
            <a:ext cx="10986238" cy="3068500"/>
          </a:xfrm>
        </p:spPr>
      </p:pic>
    </p:spTree>
    <p:extLst>
      <p:ext uri="{BB962C8B-B14F-4D97-AF65-F5344CB8AC3E}">
        <p14:creationId xmlns:p14="http://schemas.microsoft.com/office/powerpoint/2010/main" val="4193243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CE177A-C69D-892C-6111-F638C2954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45DCFF4-8193-EE24-5261-B91E9FF8B2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5507" t="38139"/>
          <a:stretch>
            <a:fillRect/>
          </a:stretch>
        </p:blipFill>
        <p:spPr>
          <a:xfrm>
            <a:off x="2410733" y="3238994"/>
            <a:ext cx="7370534" cy="1325562"/>
          </a:xfrm>
        </p:spPr>
      </p:pic>
    </p:spTree>
    <p:extLst>
      <p:ext uri="{BB962C8B-B14F-4D97-AF65-F5344CB8AC3E}">
        <p14:creationId xmlns:p14="http://schemas.microsoft.com/office/powerpoint/2010/main" val="609854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E9CDB5-5680-2E44-ACB0-8E8AC8B6F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13F5BD3B-2A06-1246-D521-1CFC4E4685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6554" y="598166"/>
            <a:ext cx="6818891" cy="3412659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165108D-F232-0878-ED0D-C23EFAAB0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939" y="4010825"/>
            <a:ext cx="8420120" cy="248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089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FDBB8-C4F3-7D90-D494-B541AFD1D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75D06BB-0B4A-144A-E851-41AA86D206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6387" y="365125"/>
            <a:ext cx="7799226" cy="4253487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D65254A-5346-2FE2-999F-93DA4A382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87"/>
            <a:ext cx="11750651" cy="182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369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0C49B9-582F-CBBF-D1E3-453089388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3205E13-79F9-9EEB-B8BB-43EECAA42E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5315692" cy="2562583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B6E73CB-47A4-1937-76E1-035434EE6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298" y="1455261"/>
            <a:ext cx="5268060" cy="35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050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63DC63-3BA2-C5F2-940C-A618B4B8A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1332B295-FBE8-2957-E6DD-D8D8B13FC8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55319"/>
            <a:ext cx="4847332" cy="3567493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E9F67BC-06DB-C3A7-FBCA-1F2D476F5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332" y="992825"/>
            <a:ext cx="7136765" cy="240742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C0E325E-D47D-275E-2FCE-9AC4E27533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9851" y="3457751"/>
            <a:ext cx="5401429" cy="34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005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05DA294FFD5784787D5AB72E0DED182" ma:contentTypeVersion="5" ma:contentTypeDescription="새 문서를 만듭니다." ma:contentTypeScope="" ma:versionID="1947bb15c4f475d9e28fdf681c448344">
  <xsd:schema xmlns:xsd="http://www.w3.org/2001/XMLSchema" xmlns:xs="http://www.w3.org/2001/XMLSchema" xmlns:p="http://schemas.microsoft.com/office/2006/metadata/properties" xmlns:ns3="9355d4e4-c342-4770-8d34-c37815e2beaf" targetNamespace="http://schemas.microsoft.com/office/2006/metadata/properties" ma:root="true" ma:fieldsID="2e81d29a5cf4b8812fd158f7b17e1b60" ns3:_="">
    <xsd:import namespace="9355d4e4-c342-4770-8d34-c37815e2bea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55d4e4-c342-4770-8d34-c37815e2be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19CD19A-F7A5-4A69-9177-DBAD472554B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95AED40-B30D-4E67-8B2C-470A6439AFDA}">
  <ds:schemaRefs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9355d4e4-c342-4770-8d34-c37815e2beaf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03F8BC8-DF24-4194-9FE3-EBE0BEC32B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355d4e4-c342-4770-8d34-c37815e2be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762</TotalTime>
  <Words>55</Words>
  <Application>Microsoft Office PowerPoint</Application>
  <PresentationFormat>와이드스크린</PresentationFormat>
  <Paragraphs>14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Invertible Diffusion Models for Compressed Sensing</vt:lpstr>
      <vt:lpstr>DDNM</vt:lpstr>
      <vt:lpstr>샘플링 과정 training</vt:lpstr>
      <vt:lpstr>초기화 전략</vt:lpstr>
      <vt:lpstr>샘플링 스텝</vt:lpstr>
      <vt:lpstr>노이즈 추정기 - UNet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조장혁(2022158034)</dc:creator>
  <cp:lastModifiedBy>조장혁(2022158034)</cp:lastModifiedBy>
  <cp:revision>2</cp:revision>
  <dcterms:created xsi:type="dcterms:W3CDTF">2025-06-23T16:54:31Z</dcterms:created>
  <dcterms:modified xsi:type="dcterms:W3CDTF">2025-06-25T06:15:27Z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0x010100E05DA294FFD5784787D5AB72E0DED182</vt:lpwstr>
  </property>
</Properties>
</file>