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305" r:id="rId2"/>
    <p:sldId id="306" r:id="rId3"/>
    <p:sldId id="339" r:id="rId4"/>
    <p:sldId id="340" r:id="rId5"/>
    <p:sldId id="341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06DE70-C914-418C-A67C-80464D3943D1}" v="13" dt="2025-05-06T07:50:46.0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82330" autoAdjust="0"/>
  </p:normalViewPr>
  <p:slideViewPr>
    <p:cSldViewPr snapToGrid="0">
      <p:cViewPr varScale="1">
        <p:scale>
          <a:sx n="68" d="100"/>
          <a:sy n="68" d="100"/>
        </p:scale>
        <p:origin x="12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건우 정" userId="68e33de0dd692ed3" providerId="LiveId" clId="{4206DE70-C914-418C-A67C-80464D3943D1}"/>
    <pc:docChg chg="undo custSel addSld delSld modSld sldOrd">
      <pc:chgData name="건우 정" userId="68e33de0dd692ed3" providerId="LiveId" clId="{4206DE70-C914-418C-A67C-80464D3943D1}" dt="2025-05-06T08:29:41.873" v="8126" actId="1076"/>
      <pc:docMkLst>
        <pc:docMk/>
      </pc:docMkLst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3051792486" sldId="260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1591976290" sldId="263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3567830718" sldId="264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2928862712" sldId="265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3966281502" sldId="292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2424558913" sldId="301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2685669826" sldId="303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3486054995" sldId="304"/>
        </pc:sldMkLst>
      </pc:sldChg>
      <pc:sldChg chg="modSp mod">
        <pc:chgData name="건우 정" userId="68e33de0dd692ed3" providerId="LiveId" clId="{4206DE70-C914-418C-A67C-80464D3943D1}" dt="2025-05-06T07:13:35.760" v="865" actId="20577"/>
        <pc:sldMkLst>
          <pc:docMk/>
          <pc:sldMk cId="438516878" sldId="305"/>
        </pc:sldMkLst>
        <pc:spChg chg="mod">
          <ac:chgData name="건우 정" userId="68e33de0dd692ed3" providerId="LiveId" clId="{4206DE70-C914-418C-A67C-80464D3943D1}" dt="2025-05-06T07:13:22.244" v="831" actId="20577"/>
          <ac:spMkLst>
            <pc:docMk/>
            <pc:sldMk cId="438516878" sldId="305"/>
            <ac:spMk id="2" creationId="{33501DD5-A2B0-11DD-0D16-D72286F9F2F0}"/>
          </ac:spMkLst>
        </pc:spChg>
        <pc:spChg chg="mod">
          <ac:chgData name="건우 정" userId="68e33de0dd692ed3" providerId="LiveId" clId="{4206DE70-C914-418C-A67C-80464D3943D1}" dt="2025-05-06T07:13:35.760" v="865" actId="20577"/>
          <ac:spMkLst>
            <pc:docMk/>
            <pc:sldMk cId="438516878" sldId="305"/>
            <ac:spMk id="3" creationId="{204DC119-6BA1-D3D6-A969-5B3531760008}"/>
          </ac:spMkLst>
        </pc:spChg>
      </pc:sldChg>
      <pc:sldChg chg="modSp mod">
        <pc:chgData name="건우 정" userId="68e33de0dd692ed3" providerId="LiveId" clId="{4206DE70-C914-418C-A67C-80464D3943D1}" dt="2025-05-06T07:49:34.463" v="4152" actId="20577"/>
        <pc:sldMkLst>
          <pc:docMk/>
          <pc:sldMk cId="1352028791" sldId="306"/>
        </pc:sldMkLst>
        <pc:spChg chg="mod">
          <ac:chgData name="건우 정" userId="68e33de0dd692ed3" providerId="LiveId" clId="{4206DE70-C914-418C-A67C-80464D3943D1}" dt="2025-05-06T07:49:34.463" v="4152" actId="20577"/>
          <ac:spMkLst>
            <pc:docMk/>
            <pc:sldMk cId="1352028791" sldId="306"/>
            <ac:spMk id="3" creationId="{C4622E5D-3541-4B7A-C017-B85BA9C79ED8}"/>
          </ac:spMkLst>
        </pc:spChg>
      </pc:sldChg>
      <pc:sldChg chg="modSp del mod">
        <pc:chgData name="건우 정" userId="68e33de0dd692ed3" providerId="LiveId" clId="{4206DE70-C914-418C-A67C-80464D3943D1}" dt="2025-05-06T08:16:11.972" v="7730" actId="2696"/>
        <pc:sldMkLst>
          <pc:docMk/>
          <pc:sldMk cId="1578830654" sldId="307"/>
        </pc:sldMkLst>
        <pc:spChg chg="mod">
          <ac:chgData name="건우 정" userId="68e33de0dd692ed3" providerId="LiveId" clId="{4206DE70-C914-418C-A67C-80464D3943D1}" dt="2025-05-06T07:17:04.634" v="929" actId="20577"/>
          <ac:spMkLst>
            <pc:docMk/>
            <pc:sldMk cId="1578830654" sldId="307"/>
            <ac:spMk id="7" creationId="{FB58EE30-D5C6-8D0D-D9A6-064B0F4F0A37}"/>
          </ac:spMkLst>
        </pc:spChg>
      </pc:sldChg>
      <pc:sldChg chg="del">
        <pc:chgData name="건우 정" userId="68e33de0dd692ed3" providerId="LiveId" clId="{4206DE70-C914-418C-A67C-80464D3943D1}" dt="2025-05-06T08:15:23.521" v="7728" actId="2696"/>
        <pc:sldMkLst>
          <pc:docMk/>
          <pc:sldMk cId="867338118" sldId="308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546230982" sldId="309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780143165" sldId="310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3930103671" sldId="311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1506603868" sldId="312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3225905301" sldId="313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2130897116" sldId="316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1854461019" sldId="318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2397079736" sldId="319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74784518" sldId="320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499777530" sldId="321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3498584408" sldId="322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4089867085" sldId="323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2564109607" sldId="324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41497415" sldId="325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263509526" sldId="326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4084137015" sldId="327"/>
        </pc:sldMkLst>
      </pc:sldChg>
      <pc:sldChg chg="del ord">
        <pc:chgData name="건우 정" userId="68e33de0dd692ed3" providerId="LiveId" clId="{4206DE70-C914-418C-A67C-80464D3943D1}" dt="2025-05-06T08:15:20.749" v="7727" actId="2696"/>
        <pc:sldMkLst>
          <pc:docMk/>
          <pc:sldMk cId="1432504284" sldId="328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3202581479" sldId="331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2355520841" sldId="332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661654037" sldId="334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259272472" sldId="335"/>
        </pc:sldMkLst>
      </pc:sldChg>
      <pc:sldChg chg="del">
        <pc:chgData name="건우 정" userId="68e33de0dd692ed3" providerId="LiveId" clId="{4206DE70-C914-418C-A67C-80464D3943D1}" dt="2025-05-06T08:15:20.749" v="7727" actId="2696"/>
        <pc:sldMkLst>
          <pc:docMk/>
          <pc:sldMk cId="1166206221" sldId="336"/>
        </pc:sldMkLst>
      </pc:sldChg>
      <pc:sldChg chg="addSp delSp modSp new del mod">
        <pc:chgData name="건우 정" userId="68e33de0dd692ed3" providerId="LiveId" clId="{4206DE70-C914-418C-A67C-80464D3943D1}" dt="2025-05-06T08:15:20.749" v="7727" actId="2696"/>
        <pc:sldMkLst>
          <pc:docMk/>
          <pc:sldMk cId="3515396245" sldId="337"/>
        </pc:sldMkLst>
      </pc:sldChg>
      <pc:sldChg chg="addSp delSp modSp new del mod ord">
        <pc:chgData name="건우 정" userId="68e33de0dd692ed3" providerId="LiveId" clId="{4206DE70-C914-418C-A67C-80464D3943D1}" dt="2025-05-06T08:15:20.749" v="7727" actId="2696"/>
        <pc:sldMkLst>
          <pc:docMk/>
          <pc:sldMk cId="3749164882" sldId="338"/>
        </pc:sldMkLst>
      </pc:sldChg>
      <pc:sldChg chg="addSp delSp modSp new mod">
        <pc:chgData name="건우 정" userId="68e33de0dd692ed3" providerId="LiveId" clId="{4206DE70-C914-418C-A67C-80464D3943D1}" dt="2025-05-06T08:18:43.657" v="7744" actId="20577"/>
        <pc:sldMkLst>
          <pc:docMk/>
          <pc:sldMk cId="2575254516" sldId="339"/>
        </pc:sldMkLst>
        <pc:spChg chg="mod">
          <ac:chgData name="건우 정" userId="68e33de0dd692ed3" providerId="LiveId" clId="{4206DE70-C914-418C-A67C-80464D3943D1}" dt="2025-05-06T07:17:31.793" v="946" actId="20577"/>
          <ac:spMkLst>
            <pc:docMk/>
            <pc:sldMk cId="2575254516" sldId="339"/>
            <ac:spMk id="2" creationId="{6DFEE816-B1DB-2348-7512-51D895C33F1B}"/>
          </ac:spMkLst>
        </pc:spChg>
        <pc:spChg chg="del">
          <ac:chgData name="건우 정" userId="68e33de0dd692ed3" providerId="LiveId" clId="{4206DE70-C914-418C-A67C-80464D3943D1}" dt="2025-05-06T07:17:52.747" v="947" actId="22"/>
          <ac:spMkLst>
            <pc:docMk/>
            <pc:sldMk cId="2575254516" sldId="339"/>
            <ac:spMk id="3" creationId="{1D6BCD40-CA88-1661-DDD5-06272EEBFB68}"/>
          </ac:spMkLst>
        </pc:spChg>
        <pc:spChg chg="add mod">
          <ac:chgData name="건우 정" userId="68e33de0dd692ed3" providerId="LiveId" clId="{4206DE70-C914-418C-A67C-80464D3943D1}" dt="2025-05-06T08:18:43.657" v="7744" actId="20577"/>
          <ac:spMkLst>
            <pc:docMk/>
            <pc:sldMk cId="2575254516" sldId="339"/>
            <ac:spMk id="7" creationId="{86C39F7A-2AEC-7977-8C63-FB3841603297}"/>
          </ac:spMkLst>
        </pc:spChg>
        <pc:picChg chg="add mod ord">
          <ac:chgData name="건우 정" userId="68e33de0dd692ed3" providerId="LiveId" clId="{4206DE70-C914-418C-A67C-80464D3943D1}" dt="2025-05-06T07:18:06.839" v="949" actId="14100"/>
          <ac:picMkLst>
            <pc:docMk/>
            <pc:sldMk cId="2575254516" sldId="339"/>
            <ac:picMk id="6" creationId="{BFE7BF56-79E2-7F7D-2614-FC3A43966DF3}"/>
          </ac:picMkLst>
        </pc:picChg>
      </pc:sldChg>
      <pc:sldChg chg="addSp delSp modSp new mod">
        <pc:chgData name="건우 정" userId="68e33de0dd692ed3" providerId="LiveId" clId="{4206DE70-C914-418C-A67C-80464D3943D1}" dt="2025-05-06T08:28:40.965" v="8047" actId="20577"/>
        <pc:sldMkLst>
          <pc:docMk/>
          <pc:sldMk cId="329903811" sldId="340"/>
        </pc:sldMkLst>
        <pc:spChg chg="mod">
          <ac:chgData name="건우 정" userId="68e33de0dd692ed3" providerId="LiveId" clId="{4206DE70-C914-418C-A67C-80464D3943D1}" dt="2025-05-06T07:49:50.591" v="4156" actId="20577"/>
          <ac:spMkLst>
            <pc:docMk/>
            <pc:sldMk cId="329903811" sldId="340"/>
            <ac:spMk id="2" creationId="{359BF74D-6E7E-44BE-33D3-9B9269666FC3}"/>
          </ac:spMkLst>
        </pc:spChg>
        <pc:spChg chg="del">
          <ac:chgData name="건우 정" userId="68e33de0dd692ed3" providerId="LiveId" clId="{4206DE70-C914-418C-A67C-80464D3943D1}" dt="2025-05-06T07:28:25.610" v="1532" actId="22"/>
          <ac:spMkLst>
            <pc:docMk/>
            <pc:sldMk cId="329903811" sldId="340"/>
            <ac:spMk id="3" creationId="{0ADCD11E-A431-D453-358B-2C5C78CA04AB}"/>
          </ac:spMkLst>
        </pc:spChg>
        <pc:spChg chg="add mod">
          <ac:chgData name="건우 정" userId="68e33de0dd692ed3" providerId="LiveId" clId="{4206DE70-C914-418C-A67C-80464D3943D1}" dt="2025-05-06T07:32:44.331" v="1984" actId="20577"/>
          <ac:spMkLst>
            <pc:docMk/>
            <pc:sldMk cId="329903811" sldId="340"/>
            <ac:spMk id="7" creationId="{EA95B53B-A40A-D54C-75BF-B6D282B4EAED}"/>
          </ac:spMkLst>
        </pc:spChg>
        <pc:spChg chg="add mod">
          <ac:chgData name="건우 정" userId="68e33de0dd692ed3" providerId="LiveId" clId="{4206DE70-C914-418C-A67C-80464D3943D1}" dt="2025-05-06T08:28:40.965" v="8047" actId="20577"/>
          <ac:spMkLst>
            <pc:docMk/>
            <pc:sldMk cId="329903811" sldId="340"/>
            <ac:spMk id="10" creationId="{81750DF9-EB97-D3D8-0B79-74766DFD5D29}"/>
          </ac:spMkLst>
        </pc:spChg>
        <pc:picChg chg="add mod ord">
          <ac:chgData name="건우 정" userId="68e33de0dd692ed3" providerId="LiveId" clId="{4206DE70-C914-418C-A67C-80464D3943D1}" dt="2025-05-06T07:28:28.310" v="1533" actId="1076"/>
          <ac:picMkLst>
            <pc:docMk/>
            <pc:sldMk cId="329903811" sldId="340"/>
            <ac:picMk id="6" creationId="{54CB14BB-4EFF-D1F4-FCE3-ACEDD43A649C}"/>
          </ac:picMkLst>
        </pc:picChg>
        <pc:picChg chg="add mod">
          <ac:chgData name="건우 정" userId="68e33de0dd692ed3" providerId="LiveId" clId="{4206DE70-C914-418C-A67C-80464D3943D1}" dt="2025-05-06T07:31:41.452" v="1981" actId="1076"/>
          <ac:picMkLst>
            <pc:docMk/>
            <pc:sldMk cId="329903811" sldId="340"/>
            <ac:picMk id="9" creationId="{34A5AEDA-2528-0D5D-EC13-356669E58AD1}"/>
          </ac:picMkLst>
        </pc:picChg>
      </pc:sldChg>
      <pc:sldChg chg="addSp modSp new mod">
        <pc:chgData name="건우 정" userId="68e33de0dd692ed3" providerId="LiveId" clId="{4206DE70-C914-418C-A67C-80464D3943D1}" dt="2025-05-06T08:29:41.873" v="8126" actId="1076"/>
        <pc:sldMkLst>
          <pc:docMk/>
          <pc:sldMk cId="528181922" sldId="341"/>
        </pc:sldMkLst>
        <pc:spChg chg="mod">
          <ac:chgData name="건우 정" userId="68e33de0dd692ed3" providerId="LiveId" clId="{4206DE70-C914-418C-A67C-80464D3943D1}" dt="2025-05-06T07:49:55.268" v="4157"/>
          <ac:spMkLst>
            <pc:docMk/>
            <pc:sldMk cId="528181922" sldId="341"/>
            <ac:spMk id="2" creationId="{3F6A07CA-0A1F-4ED9-78E9-BA8EB45E7299}"/>
          </ac:spMkLst>
        </pc:spChg>
        <pc:spChg chg="mod">
          <ac:chgData name="건우 정" userId="68e33de0dd692ed3" providerId="LiveId" clId="{4206DE70-C914-418C-A67C-80464D3943D1}" dt="2025-05-06T08:29:39.030" v="8125" actId="20577"/>
          <ac:spMkLst>
            <pc:docMk/>
            <pc:sldMk cId="528181922" sldId="341"/>
            <ac:spMk id="3" creationId="{68736115-007D-DD39-A5AE-B98F13699092}"/>
          </ac:spMkLst>
        </pc:spChg>
        <pc:picChg chg="add mod">
          <ac:chgData name="건우 정" userId="68e33de0dd692ed3" providerId="LiveId" clId="{4206DE70-C914-418C-A67C-80464D3943D1}" dt="2025-05-06T08:29:41.873" v="8126" actId="1076"/>
          <ac:picMkLst>
            <pc:docMk/>
            <pc:sldMk cId="528181922" sldId="341"/>
            <ac:picMk id="6" creationId="{F55AF55A-576A-3C15-B015-082F8945789A}"/>
          </ac:picMkLst>
        </pc:picChg>
        <pc:picChg chg="add mod">
          <ac:chgData name="건우 정" userId="68e33de0dd692ed3" providerId="LiveId" clId="{4206DE70-C914-418C-A67C-80464D3943D1}" dt="2025-05-06T07:59:24.448" v="5137" actId="1076"/>
          <ac:picMkLst>
            <pc:docMk/>
            <pc:sldMk cId="528181922" sldId="341"/>
            <ac:picMk id="8" creationId="{466FA517-C55E-B9ED-C344-84E58416AB5C}"/>
          </ac:picMkLst>
        </pc:picChg>
      </pc:sldChg>
      <pc:sldChg chg="addSp delSp modSp new mod">
        <pc:chgData name="건우 정" userId="68e33de0dd692ed3" providerId="LiveId" clId="{4206DE70-C914-418C-A67C-80464D3943D1}" dt="2025-05-06T08:20:37.914" v="7825" actId="14100"/>
        <pc:sldMkLst>
          <pc:docMk/>
          <pc:sldMk cId="3296755478" sldId="342"/>
        </pc:sldMkLst>
        <pc:spChg chg="mod">
          <ac:chgData name="건우 정" userId="68e33de0dd692ed3" providerId="LiveId" clId="{4206DE70-C914-418C-A67C-80464D3943D1}" dt="2025-05-06T07:49:57.959" v="4158"/>
          <ac:spMkLst>
            <pc:docMk/>
            <pc:sldMk cId="3296755478" sldId="342"/>
            <ac:spMk id="2" creationId="{64D43FF1-6CDF-6D71-B584-DEE92BA476CF}"/>
          </ac:spMkLst>
        </pc:spChg>
        <pc:spChg chg="del mod">
          <ac:chgData name="건우 정" userId="68e33de0dd692ed3" providerId="LiveId" clId="{4206DE70-C914-418C-A67C-80464D3943D1}" dt="2025-05-06T07:44:39.153" v="3380" actId="22"/>
          <ac:spMkLst>
            <pc:docMk/>
            <pc:sldMk cId="3296755478" sldId="342"/>
            <ac:spMk id="3" creationId="{F76CF0EC-728D-F404-DD3E-B3666894AF63}"/>
          </ac:spMkLst>
        </pc:spChg>
        <pc:spChg chg="add mod">
          <ac:chgData name="건우 정" userId="68e33de0dd692ed3" providerId="LiveId" clId="{4206DE70-C914-418C-A67C-80464D3943D1}" dt="2025-05-06T08:20:31.595" v="7822" actId="20577"/>
          <ac:spMkLst>
            <pc:docMk/>
            <pc:sldMk cId="3296755478" sldId="342"/>
            <ac:spMk id="7" creationId="{ECB42197-45EE-C3E9-C899-DEEF55AA1248}"/>
          </ac:spMkLst>
        </pc:spChg>
        <pc:spChg chg="add mod">
          <ac:chgData name="건우 정" userId="68e33de0dd692ed3" providerId="LiveId" clId="{4206DE70-C914-418C-A67C-80464D3943D1}" dt="2025-05-06T08:20:17.244" v="7745" actId="1076"/>
          <ac:spMkLst>
            <pc:docMk/>
            <pc:sldMk cId="3296755478" sldId="342"/>
            <ac:spMk id="12" creationId="{FEC4F5AD-F88A-4A08-B0D3-A0146599918C}"/>
          </ac:spMkLst>
        </pc:spChg>
        <pc:picChg chg="add mod">
          <ac:chgData name="건우 정" userId="68e33de0dd692ed3" providerId="LiveId" clId="{4206DE70-C914-418C-A67C-80464D3943D1}" dt="2025-05-06T08:20:37.914" v="7825" actId="14100"/>
          <ac:picMkLst>
            <pc:docMk/>
            <pc:sldMk cId="3296755478" sldId="342"/>
            <ac:picMk id="5" creationId="{A8E86E4E-ACE3-7A40-A532-9DE2F136A0D5}"/>
          </ac:picMkLst>
        </pc:picChg>
        <pc:picChg chg="add mod ord">
          <ac:chgData name="건우 정" userId="68e33de0dd692ed3" providerId="LiveId" clId="{4206DE70-C914-418C-A67C-80464D3943D1}" dt="2025-05-06T07:44:41.714" v="3381" actId="1076"/>
          <ac:picMkLst>
            <pc:docMk/>
            <pc:sldMk cId="3296755478" sldId="342"/>
            <ac:picMk id="6" creationId="{1E03E5EF-B490-38D2-899E-C69F4DDF19EA}"/>
          </ac:picMkLst>
        </pc:picChg>
        <pc:picChg chg="add mod">
          <ac:chgData name="건우 정" userId="68e33de0dd692ed3" providerId="LiveId" clId="{4206DE70-C914-418C-A67C-80464D3943D1}" dt="2025-05-06T08:20:19.968" v="7747" actId="1076"/>
          <ac:picMkLst>
            <pc:docMk/>
            <pc:sldMk cId="3296755478" sldId="342"/>
            <ac:picMk id="9" creationId="{4AA243CF-FE7B-058F-EA7A-878077DF0CC8}"/>
          </ac:picMkLst>
        </pc:picChg>
        <pc:picChg chg="add mod">
          <ac:chgData name="건우 정" userId="68e33de0dd692ed3" providerId="LiveId" clId="{4206DE70-C914-418C-A67C-80464D3943D1}" dt="2025-05-06T08:20:21.571" v="7748" actId="1076"/>
          <ac:picMkLst>
            <pc:docMk/>
            <pc:sldMk cId="3296755478" sldId="342"/>
            <ac:picMk id="11" creationId="{021E5814-7860-B4F4-8575-4F882632D70D}"/>
          </ac:picMkLst>
        </pc:picChg>
      </pc:sldChg>
      <pc:sldChg chg="addSp delSp modSp new mod">
        <pc:chgData name="건우 정" userId="68e33de0dd692ed3" providerId="LiveId" clId="{4206DE70-C914-418C-A67C-80464D3943D1}" dt="2025-05-06T07:55:53.683" v="4865" actId="20577"/>
        <pc:sldMkLst>
          <pc:docMk/>
          <pc:sldMk cId="1035801031" sldId="343"/>
        </pc:sldMkLst>
        <pc:spChg chg="mod">
          <ac:chgData name="건우 정" userId="68e33de0dd692ed3" providerId="LiveId" clId="{4206DE70-C914-418C-A67C-80464D3943D1}" dt="2025-05-06T07:50:03.196" v="4160"/>
          <ac:spMkLst>
            <pc:docMk/>
            <pc:sldMk cId="1035801031" sldId="343"/>
            <ac:spMk id="2" creationId="{6C66E6A5-902A-F4A0-05B7-8AC2A54BDBE1}"/>
          </ac:spMkLst>
        </pc:spChg>
        <pc:spChg chg="del">
          <ac:chgData name="건우 정" userId="68e33de0dd692ed3" providerId="LiveId" clId="{4206DE70-C914-418C-A67C-80464D3943D1}" dt="2025-05-06T07:50:36.974" v="4161" actId="22"/>
          <ac:spMkLst>
            <pc:docMk/>
            <pc:sldMk cId="1035801031" sldId="343"/>
            <ac:spMk id="3" creationId="{C5D8FB22-1534-34A4-4086-82835ABA8CB2}"/>
          </ac:spMkLst>
        </pc:spChg>
        <pc:spChg chg="add mod">
          <ac:chgData name="건우 정" userId="68e33de0dd692ed3" providerId="LiveId" clId="{4206DE70-C914-418C-A67C-80464D3943D1}" dt="2025-05-06T07:55:53.683" v="4865" actId="20577"/>
          <ac:spMkLst>
            <pc:docMk/>
            <pc:sldMk cId="1035801031" sldId="343"/>
            <ac:spMk id="7" creationId="{65C278A8-6D03-9A50-860A-D4910408FE8A}"/>
          </ac:spMkLst>
        </pc:spChg>
        <pc:picChg chg="add mod ord">
          <ac:chgData name="건우 정" userId="68e33de0dd692ed3" providerId="LiveId" clId="{4206DE70-C914-418C-A67C-80464D3943D1}" dt="2025-05-06T07:50:39.244" v="4162" actId="1076"/>
          <ac:picMkLst>
            <pc:docMk/>
            <pc:sldMk cId="1035801031" sldId="343"/>
            <ac:picMk id="6" creationId="{78446103-5B3A-97E3-5AE0-FE2C0E2076A7}"/>
          </ac:picMkLst>
        </pc:picChg>
        <pc:picChg chg="add mod">
          <ac:chgData name="건우 정" userId="68e33de0dd692ed3" providerId="LiveId" clId="{4206DE70-C914-418C-A67C-80464D3943D1}" dt="2025-05-06T07:55:38.888" v="4837" actId="1076"/>
          <ac:picMkLst>
            <pc:docMk/>
            <pc:sldMk cId="1035801031" sldId="343"/>
            <ac:picMk id="9" creationId="{070B1F14-CCF9-957D-0A58-DE4819B543DA}"/>
          </ac:picMkLst>
        </pc:picChg>
      </pc:sldChg>
      <pc:sldChg chg="addSp modSp new mod">
        <pc:chgData name="건우 정" userId="68e33de0dd692ed3" providerId="LiveId" clId="{4206DE70-C914-418C-A67C-80464D3943D1}" dt="2025-05-06T08:25:23.165" v="7955" actId="20577"/>
        <pc:sldMkLst>
          <pc:docMk/>
          <pc:sldMk cId="241363047" sldId="344"/>
        </pc:sldMkLst>
        <pc:spChg chg="mod">
          <ac:chgData name="건우 정" userId="68e33de0dd692ed3" providerId="LiveId" clId="{4206DE70-C914-418C-A67C-80464D3943D1}" dt="2025-05-06T08:02:04.941" v="5307" actId="20577"/>
          <ac:spMkLst>
            <pc:docMk/>
            <pc:sldMk cId="241363047" sldId="344"/>
            <ac:spMk id="2" creationId="{30A3C9EB-55FA-7DEC-4519-B3A98E7DC453}"/>
          </ac:spMkLst>
        </pc:spChg>
        <pc:spChg chg="mod">
          <ac:chgData name="건우 정" userId="68e33de0dd692ed3" providerId="LiveId" clId="{4206DE70-C914-418C-A67C-80464D3943D1}" dt="2025-05-06T08:25:23.165" v="7955" actId="20577"/>
          <ac:spMkLst>
            <pc:docMk/>
            <pc:sldMk cId="241363047" sldId="344"/>
            <ac:spMk id="3" creationId="{C091EF1E-7A1E-EB9A-9D6B-34DAFD87CC31}"/>
          </ac:spMkLst>
        </pc:spChg>
        <pc:picChg chg="add mod">
          <ac:chgData name="건우 정" userId="68e33de0dd692ed3" providerId="LiveId" clId="{4206DE70-C914-418C-A67C-80464D3943D1}" dt="2025-05-06T08:24:42.449" v="7827" actId="1076"/>
          <ac:picMkLst>
            <pc:docMk/>
            <pc:sldMk cId="241363047" sldId="344"/>
            <ac:picMk id="6" creationId="{0A379546-ACEC-4D88-BE10-D4E1C3A7DFD9}"/>
          </ac:picMkLst>
        </pc:picChg>
      </pc:sldChg>
      <pc:sldChg chg="addSp modSp new mod">
        <pc:chgData name="건우 정" userId="68e33de0dd692ed3" providerId="LiveId" clId="{4206DE70-C914-418C-A67C-80464D3943D1}" dt="2025-05-06T08:07:19.741" v="5794" actId="1076"/>
        <pc:sldMkLst>
          <pc:docMk/>
          <pc:sldMk cId="1838533490" sldId="345"/>
        </pc:sldMkLst>
        <pc:spChg chg="mod">
          <ac:chgData name="건우 정" userId="68e33de0dd692ed3" providerId="LiveId" clId="{4206DE70-C914-418C-A67C-80464D3943D1}" dt="2025-05-06T08:02:01.076" v="5300" actId="20577"/>
          <ac:spMkLst>
            <pc:docMk/>
            <pc:sldMk cId="1838533490" sldId="345"/>
            <ac:spMk id="2" creationId="{40321C92-AB6A-ACE4-61C3-1E0F4201123A}"/>
          </ac:spMkLst>
        </pc:spChg>
        <pc:spChg chg="mod">
          <ac:chgData name="건우 정" userId="68e33de0dd692ed3" providerId="LiveId" clId="{4206DE70-C914-418C-A67C-80464D3943D1}" dt="2025-05-06T08:07:01.553" v="5790" actId="20577"/>
          <ac:spMkLst>
            <pc:docMk/>
            <pc:sldMk cId="1838533490" sldId="345"/>
            <ac:spMk id="3" creationId="{6EA5A2D9-C8ED-E727-9836-3086BA05E131}"/>
          </ac:spMkLst>
        </pc:spChg>
        <pc:picChg chg="add mod">
          <ac:chgData name="건우 정" userId="68e33de0dd692ed3" providerId="LiveId" clId="{4206DE70-C914-418C-A67C-80464D3943D1}" dt="2025-05-06T08:07:19.741" v="5794" actId="1076"/>
          <ac:picMkLst>
            <pc:docMk/>
            <pc:sldMk cId="1838533490" sldId="345"/>
            <ac:picMk id="6" creationId="{321638C8-1D3E-2230-4386-B67096EEE359}"/>
          </ac:picMkLst>
        </pc:picChg>
      </pc:sldChg>
      <pc:sldChg chg="addSp modSp new mod">
        <pc:chgData name="건우 정" userId="68e33de0dd692ed3" providerId="LiveId" clId="{4206DE70-C914-418C-A67C-80464D3943D1}" dt="2025-05-06T08:09:20.144" v="6082" actId="1076"/>
        <pc:sldMkLst>
          <pc:docMk/>
          <pc:sldMk cId="1952540425" sldId="346"/>
        </pc:sldMkLst>
        <pc:spChg chg="mod">
          <ac:chgData name="건우 정" userId="68e33de0dd692ed3" providerId="LiveId" clId="{4206DE70-C914-418C-A67C-80464D3943D1}" dt="2025-05-06T08:08:05.009" v="5842" actId="20577"/>
          <ac:spMkLst>
            <pc:docMk/>
            <pc:sldMk cId="1952540425" sldId="346"/>
            <ac:spMk id="2" creationId="{B39CB6D4-E995-BEE6-D293-AC55492297CB}"/>
          </ac:spMkLst>
        </pc:spChg>
        <pc:spChg chg="mod">
          <ac:chgData name="건우 정" userId="68e33de0dd692ed3" providerId="LiveId" clId="{4206DE70-C914-418C-A67C-80464D3943D1}" dt="2025-05-06T08:08:59.942" v="6079" actId="20577"/>
          <ac:spMkLst>
            <pc:docMk/>
            <pc:sldMk cId="1952540425" sldId="346"/>
            <ac:spMk id="3" creationId="{D9B5384F-CDFB-9859-4F2E-DAD74A763D97}"/>
          </ac:spMkLst>
        </pc:spChg>
        <pc:picChg chg="add mod">
          <ac:chgData name="건우 정" userId="68e33de0dd692ed3" providerId="LiveId" clId="{4206DE70-C914-418C-A67C-80464D3943D1}" dt="2025-05-06T08:09:20.144" v="6082" actId="1076"/>
          <ac:picMkLst>
            <pc:docMk/>
            <pc:sldMk cId="1952540425" sldId="346"/>
            <ac:picMk id="6" creationId="{907207DA-D787-9637-93A2-4149D38CD12A}"/>
          </ac:picMkLst>
        </pc:picChg>
      </pc:sldChg>
      <pc:sldChg chg="modSp new mod">
        <pc:chgData name="건우 정" userId="68e33de0dd692ed3" providerId="LiveId" clId="{4206DE70-C914-418C-A67C-80464D3943D1}" dt="2025-05-06T08:12:24.422" v="7313" actId="20577"/>
        <pc:sldMkLst>
          <pc:docMk/>
          <pc:sldMk cId="4055798406" sldId="347"/>
        </pc:sldMkLst>
        <pc:spChg chg="mod">
          <ac:chgData name="건우 정" userId="68e33de0dd692ed3" providerId="LiveId" clId="{4206DE70-C914-418C-A67C-80464D3943D1}" dt="2025-05-06T08:09:43.863" v="6139" actId="20577"/>
          <ac:spMkLst>
            <pc:docMk/>
            <pc:sldMk cId="4055798406" sldId="347"/>
            <ac:spMk id="2" creationId="{81D45EC7-125E-917F-E240-F31304FFE06E}"/>
          </ac:spMkLst>
        </pc:spChg>
        <pc:spChg chg="mod">
          <ac:chgData name="건우 정" userId="68e33de0dd692ed3" providerId="LiveId" clId="{4206DE70-C914-418C-A67C-80464D3943D1}" dt="2025-05-06T08:12:24.422" v="7313" actId="20577"/>
          <ac:spMkLst>
            <pc:docMk/>
            <pc:sldMk cId="4055798406" sldId="347"/>
            <ac:spMk id="3" creationId="{C32A4205-8788-9303-08B6-132A349FB733}"/>
          </ac:spMkLst>
        </pc:spChg>
      </pc:sldChg>
      <pc:sldChg chg="addSp modSp new mod">
        <pc:chgData name="건우 정" userId="68e33de0dd692ed3" providerId="LiveId" clId="{4206DE70-C914-418C-A67C-80464D3943D1}" dt="2025-05-06T08:13:28.631" v="7491" actId="1076"/>
        <pc:sldMkLst>
          <pc:docMk/>
          <pc:sldMk cId="2724543398" sldId="348"/>
        </pc:sldMkLst>
        <pc:spChg chg="mod">
          <ac:chgData name="건우 정" userId="68e33de0dd692ed3" providerId="LiveId" clId="{4206DE70-C914-418C-A67C-80464D3943D1}" dt="2025-05-06T08:12:44.020" v="7338" actId="20577"/>
          <ac:spMkLst>
            <pc:docMk/>
            <pc:sldMk cId="2724543398" sldId="348"/>
            <ac:spMk id="2" creationId="{7914E62F-FCCE-9205-36CC-E37BBA18A7AB}"/>
          </ac:spMkLst>
        </pc:spChg>
        <pc:spChg chg="mod">
          <ac:chgData name="건우 정" userId="68e33de0dd692ed3" providerId="LiveId" clId="{4206DE70-C914-418C-A67C-80464D3943D1}" dt="2025-05-06T08:13:25.279" v="7489" actId="20577"/>
          <ac:spMkLst>
            <pc:docMk/>
            <pc:sldMk cId="2724543398" sldId="348"/>
            <ac:spMk id="3" creationId="{389C4375-DC1F-9DE8-8492-3FFD0FE9610C}"/>
          </ac:spMkLst>
        </pc:spChg>
        <pc:picChg chg="add mod">
          <ac:chgData name="건우 정" userId="68e33de0dd692ed3" providerId="LiveId" clId="{4206DE70-C914-418C-A67C-80464D3943D1}" dt="2025-05-06T08:13:28.631" v="7491" actId="1076"/>
          <ac:picMkLst>
            <pc:docMk/>
            <pc:sldMk cId="2724543398" sldId="348"/>
            <ac:picMk id="6" creationId="{00AD86DD-5CE6-66A2-9D29-7B918D248044}"/>
          </ac:picMkLst>
        </pc:picChg>
      </pc:sldChg>
      <pc:sldChg chg="addSp modSp new mod ord">
        <pc:chgData name="건우 정" userId="68e33de0dd692ed3" providerId="LiveId" clId="{4206DE70-C914-418C-A67C-80464D3943D1}" dt="2025-05-06T08:15:29.046" v="7729" actId="1076"/>
        <pc:sldMkLst>
          <pc:docMk/>
          <pc:sldMk cId="813493354" sldId="349"/>
        </pc:sldMkLst>
        <pc:spChg chg="mod">
          <ac:chgData name="건우 정" userId="68e33de0dd692ed3" providerId="LiveId" clId="{4206DE70-C914-418C-A67C-80464D3943D1}" dt="2025-05-06T08:13:53.129" v="7517" actId="20577"/>
          <ac:spMkLst>
            <pc:docMk/>
            <pc:sldMk cId="813493354" sldId="349"/>
            <ac:spMk id="2" creationId="{9A861916-C15B-114A-6062-02DD520260CC}"/>
          </ac:spMkLst>
        </pc:spChg>
        <pc:spChg chg="mod">
          <ac:chgData name="건우 정" userId="68e33de0dd692ed3" providerId="LiveId" clId="{4206DE70-C914-418C-A67C-80464D3943D1}" dt="2025-05-06T08:15:29.046" v="7729" actId="1076"/>
          <ac:spMkLst>
            <pc:docMk/>
            <pc:sldMk cId="813493354" sldId="349"/>
            <ac:spMk id="3" creationId="{36B12038-0D22-4FA6-B795-5AE59F3B8799}"/>
          </ac:spMkLst>
        </pc:spChg>
        <pc:picChg chg="add mod">
          <ac:chgData name="건우 정" userId="68e33de0dd692ed3" providerId="LiveId" clId="{4206DE70-C914-418C-A67C-80464D3943D1}" dt="2025-05-06T08:14:17.800" v="7720" actId="1076"/>
          <ac:picMkLst>
            <pc:docMk/>
            <pc:sldMk cId="813493354" sldId="349"/>
            <ac:picMk id="6" creationId="{CFEEDCC1-FE1D-D662-3D8A-59B70EF32BE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E296C0-3F90-40D1-9565-8C1936D54D0E}" type="datetimeFigureOut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1545F-04E5-497A-941F-5573F1BB26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504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1545F-04E5-497A-941F-5573F1BB26B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852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1545F-04E5-497A-941F-5573F1BB26B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67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1545F-04E5-497A-941F-5573F1BB26B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68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1545F-04E5-497A-941F-5573F1BB26B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909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1545F-04E5-497A-941F-5573F1BB26B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380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BE44D-8834-A04C-362F-AEE4E6FF9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E076B8-F189-B799-E00A-7A9A074BA5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14904B-E2EC-E418-3410-83567F3A4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10D4-B542-4575-945F-D1BEED07D5B5}" type="datetime1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FFA1B5-55D5-CF93-6B82-AC8DFAA45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4C435E-41E3-F6F3-010B-95A1F31E2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51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CD3C4D-5890-40E8-31C0-87E82130B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1D7A3A-A7ED-8560-FDAD-938D77D34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E04F03-227C-048B-D2E9-C4E42D53E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7ADAC-5585-4EBA-B415-2811F726C381}" type="datetime1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CED575-EEF7-4C70-6C51-B1FD3E1CB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89310C-237F-14EC-A157-E7155CFE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7344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750B3D-105F-3062-D914-CE76FC113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D5AE1D-A389-DC45-AB3A-BF6F3EAD8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F8C36A-7FCC-1E90-8109-F4FA59588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6A982-AB90-4957-B593-B3709269EA19}" type="datetime1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68E0B8-A73E-980A-188A-EAC6BFB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A3E86A-51D2-E37F-A9DE-A8BDBF088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507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C1DF63-16DC-1463-72D0-26B77985D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0601A6-3D2A-66CD-4F82-3ACE5DADE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464F7A-4B9E-FCB7-AFB6-D71935645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04BA68-5F11-F277-1055-415B12D34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ABBC9-7EF1-4F1F-95CB-FA2947B45DAF}" type="datetime1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918D41-C7D4-1DEC-F0AC-A8ACC18B9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B3D011-1D15-EA81-1459-F077FAF41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070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BAB153-7F2A-06A0-B6B8-54DCEC74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A2A935-7255-F2F2-DD4E-FA2B64FE7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8D8C80-E6BE-4576-3E09-1E81942A4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5628BAF-0FA1-9407-9F75-E72660248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997A650-4F7A-1208-CD82-D57E28FD0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BA96BD0-5F3C-00C0-CF6A-456D95401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C67F-E116-4F69-B537-1D73F2810511}" type="datetime1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1A18065-630A-B21A-B4EC-7A7D1767A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7901039-B559-B5BB-E395-3DE9FB9C2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22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2261F1-9934-0616-5CD0-D3F7AF617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88B408-CF2F-7F24-CE5F-CA1584F7B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377C-C717-4353-BA2C-68A708E1F80B}" type="datetime1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387281-095F-D0DF-F321-AB6E0A44B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BEF388-4178-B93D-E5F8-A8407B07E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165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29236C9-292E-15FA-F17F-1D7258E2D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E17C-978D-4C7D-A457-BB57584FAC2D}" type="datetime1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0360C30-C38E-5F47-0553-F8D2C6CCF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B62215-E636-79F0-AF35-3E33E789E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69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226940-32F0-9026-DDC5-A78264A9C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B94F58-2FF9-EB76-1272-C31E2EB88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25293D6-F6B0-B024-FEDB-6230CBED1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DF87A2-7985-A37C-8033-60ADF9EB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CE5B6-136A-4E8B-8875-B3BACF474135}" type="datetime1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BDB18D-538E-F4D3-F78D-A960F8EF7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8E5B80-2CA8-B987-AC69-03B4C9A86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155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5509C-343C-6DF3-BEBB-9359247AC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6AB9081-A140-2A3E-D982-D332566439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D93744-DED8-205D-668A-04E712656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DAF3D3-43DA-D3B1-93F6-AA93BBED3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F4425-C733-40F5-BEB9-C41C423E5701}" type="datetime1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8BD32A-68AD-5518-E96A-C8B624565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8DE94F-5FC9-9DFD-557E-318B5FFE9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088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31F7F-B75B-E8E1-8A77-C0BF7E047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DA84E2-007F-6F80-1A93-A292CC3F0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38DC17-7244-1533-742F-0502D1143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EFDA0-AB6A-451E-BC5E-0AE0F81E6CEB}" type="datetime1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0F2BEF-6ECE-A98F-3802-123259EB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E69EB7-8933-561D-56AB-30ED36053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190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9EB9E64-69DE-5B3D-6673-93D6775129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53CCD4-E11E-8719-BAC2-C6E8B1311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FC1728-6073-D2B0-72A1-21D33790E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9F267-D07D-46FE-9787-B4C56D7AA833}" type="datetime1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FF9D65-E9C8-4313-B2C7-AE4F4E67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537FD7-A27A-8904-E2BD-07DDC4AE8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732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84C8C74-FCFE-C0B7-1186-2DD77997A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50FCE7-9F60-0FF7-DE50-64CD212BA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F8B39B-0AEE-1B69-885A-F45912AD44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8BB9DB-6375-4835-A518-6CCF344B45C1}" type="datetime1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C0813B-027E-943A-46EE-DEC00D0CEA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B710E6-0D4A-4B15-8FC4-EF6A2915D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73F034-A3D5-4BCE-9C59-F064269EA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183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501DD5-A2B0-11DD-0D16-D72286F9F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79110"/>
            <a:ext cx="12192000" cy="849890"/>
          </a:xfrm>
        </p:spPr>
        <p:txBody>
          <a:bodyPr>
            <a:normAutofit/>
          </a:bodyPr>
          <a:lstStyle/>
          <a:p>
            <a:r>
              <a:rPr lang="en-US" altLang="ko-KR" sz="4400" dirty="0"/>
              <a:t>DDPM: Denoising Diffusion Probabilistic model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4DC119-6BA1-D3D6-A969-5B3531760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024" y="4326433"/>
            <a:ext cx="9144000" cy="1811626"/>
          </a:xfrm>
        </p:spPr>
        <p:txBody>
          <a:bodyPr>
            <a:noAutofit/>
          </a:bodyPr>
          <a:lstStyle/>
          <a:p>
            <a:pPr algn="r"/>
            <a:r>
              <a:rPr lang="en-US" altLang="ko-KR" sz="2800" dirty="0"/>
              <a:t>2021150037 </a:t>
            </a:r>
            <a:r>
              <a:rPr lang="ko-KR" altLang="en-US" sz="2800" dirty="0"/>
              <a:t>정건우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438516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96A23-CA9C-3E4E-1696-73A331848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622E5D-3541-4B7A-C017-B85BA9C79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9375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Introduction</a:t>
            </a:r>
          </a:p>
          <a:p>
            <a:pPr>
              <a:lnSpc>
                <a:spcPct val="150000"/>
              </a:lnSpc>
            </a:pPr>
            <a:r>
              <a:rPr lang="en-US" altLang="ko-KR" sz="2400" dirty="0" err="1"/>
              <a:t>Background&amp;Method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쉬운 소개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실험 결과</a:t>
            </a:r>
            <a:endParaRPr lang="en-US" altLang="ko-KR" sz="24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3A945C-E42A-459B-1DB1-BAC12B25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2028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EE816-B1DB-2348-7512-51D895C33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BFE7BF56-79E2-7F7D-2614-FC3A43966D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524" y="1571726"/>
            <a:ext cx="11282898" cy="2353003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B49F85-0480-83EB-2638-1C9489F6E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C39F7A-2AEC-7977-8C63-FB3841603297}"/>
              </a:ext>
            </a:extLst>
          </p:cNvPr>
          <p:cNvSpPr txBox="1"/>
          <p:nvPr/>
        </p:nvSpPr>
        <p:spPr>
          <a:xfrm>
            <a:off x="378524" y="4278489"/>
            <a:ext cx="112038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DDPM </a:t>
            </a:r>
            <a:r>
              <a:rPr lang="ko-KR" altLang="en-US" dirty="0"/>
              <a:t>이란</a:t>
            </a:r>
            <a:r>
              <a:rPr lang="en-US" altLang="ko-KR" dirty="0"/>
              <a:t>?: </a:t>
            </a:r>
            <a:r>
              <a:rPr lang="ko-KR" altLang="en-US" dirty="0"/>
              <a:t>잡음 덩어리 이미지에서 잡음을 제거하여 </a:t>
            </a:r>
            <a:r>
              <a:rPr lang="en-US" altLang="ko-KR" dirty="0"/>
              <a:t>T</a:t>
            </a:r>
            <a:r>
              <a:rPr lang="ko-KR" altLang="en-US" dirty="0"/>
              <a:t>스텝에서부터 </a:t>
            </a:r>
            <a:r>
              <a:rPr lang="en-US" altLang="ko-KR" dirty="0"/>
              <a:t>0step</a:t>
            </a:r>
            <a:r>
              <a:rPr lang="ko-KR" altLang="en-US" dirty="0"/>
              <a:t>이 되었을 때 이미지가 생성되게 하는 기술 </a:t>
            </a:r>
            <a:r>
              <a:rPr lang="en-US" altLang="ko-KR" dirty="0"/>
              <a:t>(inspired</a:t>
            </a:r>
            <a:r>
              <a:rPr lang="ko-KR" altLang="en-US" dirty="0"/>
              <a:t> </a:t>
            </a:r>
            <a:r>
              <a:rPr lang="en-US" altLang="ko-KR" dirty="0"/>
              <a:t>by </a:t>
            </a:r>
            <a:r>
              <a:rPr lang="en-US" altLang="ko-KR" dirty="0" err="1"/>
              <a:t>langevin</a:t>
            </a:r>
            <a:r>
              <a:rPr lang="en-US" altLang="ko-KR" dirty="0"/>
              <a:t> dynamics)</a:t>
            </a:r>
          </a:p>
          <a:p>
            <a:endParaRPr lang="en-US" altLang="ko-KR" dirty="0"/>
          </a:p>
          <a:p>
            <a:r>
              <a:rPr lang="en-US" altLang="ko-KR" dirty="0"/>
              <a:t>How to Make?: Forward </a:t>
            </a:r>
            <a:r>
              <a:rPr lang="ko-KR" altLang="en-US" dirty="0"/>
              <a:t>방식과 </a:t>
            </a:r>
            <a:r>
              <a:rPr lang="en-US" altLang="ko-KR" dirty="0"/>
              <a:t>Backward </a:t>
            </a:r>
            <a:r>
              <a:rPr lang="ko-KR" altLang="en-US" dirty="0"/>
              <a:t>방식으로 나누어서 </a:t>
            </a:r>
            <a:r>
              <a:rPr lang="en-US" altLang="ko-KR" dirty="0"/>
              <a:t>Forward</a:t>
            </a:r>
            <a:r>
              <a:rPr lang="ko-KR" altLang="en-US" dirty="0"/>
              <a:t>에서 원본 데이터에 잡음 생성</a:t>
            </a:r>
            <a:r>
              <a:rPr lang="en-US" altLang="ko-KR" dirty="0"/>
              <a:t>-&gt;Backward</a:t>
            </a:r>
            <a:r>
              <a:rPr lang="ko-KR" altLang="en-US" dirty="0"/>
              <a:t>로 잡음 이미지에서 원본 복원</a:t>
            </a:r>
          </a:p>
        </p:txBody>
      </p:sp>
    </p:spTree>
    <p:extLst>
      <p:ext uri="{BB962C8B-B14F-4D97-AF65-F5344CB8AC3E}">
        <p14:creationId xmlns:p14="http://schemas.microsoft.com/office/powerpoint/2010/main" val="2575254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9BF74D-6E7E-44BE-33D3-9B9269666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 err="1"/>
              <a:t>Background&amp;Method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54CB14BB-4EFF-D1F4-FCE3-ACEDD43A64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089" y="1690688"/>
            <a:ext cx="10515600" cy="94048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B0D196-0564-CD2F-AEF6-1895E88CD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95B53B-A40A-D54C-75BF-B6D282B4EAED}"/>
              </a:ext>
            </a:extLst>
          </p:cNvPr>
          <p:cNvSpPr txBox="1"/>
          <p:nvPr/>
        </p:nvSpPr>
        <p:spPr>
          <a:xfrm>
            <a:off x="1162756" y="2528711"/>
            <a:ext cx="9539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첫번째 수식</a:t>
            </a:r>
            <a:r>
              <a:rPr lang="en-US" altLang="ko-KR" dirty="0"/>
              <a:t>: </a:t>
            </a:r>
            <a:r>
              <a:rPr lang="en-US" altLang="ko-KR" dirty="0" err="1"/>
              <a:t>Xt</a:t>
            </a:r>
            <a:r>
              <a:rPr lang="ko-KR" altLang="en-US" dirty="0"/>
              <a:t>순간일 때</a:t>
            </a:r>
            <a:r>
              <a:rPr lang="en-US" altLang="ko-KR" dirty="0"/>
              <a:t>, xt-1</a:t>
            </a:r>
            <a:r>
              <a:rPr lang="ko-KR" altLang="en-US" dirty="0"/>
              <a:t>의 확률분포를 의미</a:t>
            </a:r>
            <a:r>
              <a:rPr lang="en-US" altLang="ko-KR" dirty="0"/>
              <a:t>, (* p=</a:t>
            </a:r>
            <a:r>
              <a:rPr lang="ko-KR" altLang="en-US" dirty="0"/>
              <a:t>원본 데이터 분포를 뜻함</a:t>
            </a:r>
            <a:r>
              <a:rPr lang="en-US" altLang="ko-KR" dirty="0"/>
              <a:t>) 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두번째 수식</a:t>
            </a:r>
            <a:r>
              <a:rPr lang="en-US" altLang="ko-KR" dirty="0"/>
              <a:t>: p-theta(xt-1|xt)</a:t>
            </a:r>
            <a:r>
              <a:rPr lang="ko-KR" altLang="en-US" dirty="0"/>
              <a:t>가 정규분포 </a:t>
            </a:r>
            <a:r>
              <a:rPr lang="en-US" altLang="ko-KR" dirty="0"/>
              <a:t>N(xt-1:(</a:t>
            </a:r>
            <a:r>
              <a:rPr lang="en-US" altLang="ko-KR" dirty="0" err="1"/>
              <a:t>ut</a:t>
            </a:r>
            <a:r>
              <a:rPr lang="ko-KR" altLang="en-US" dirty="0"/>
              <a:t>에서 </a:t>
            </a:r>
            <a:r>
              <a:rPr lang="ko-KR" altLang="en-US" dirty="0" err="1"/>
              <a:t>꺼내옴</a:t>
            </a:r>
            <a:r>
              <a:rPr lang="en-US" altLang="ko-KR" dirty="0"/>
              <a:t>), </a:t>
            </a:r>
            <a:r>
              <a:rPr lang="en-US" altLang="ko-KR" dirty="0" err="1"/>
              <a:t>xt</a:t>
            </a:r>
            <a:r>
              <a:rPr lang="ko-KR" altLang="en-US" dirty="0"/>
              <a:t>의 </a:t>
            </a:r>
            <a:r>
              <a:rPr lang="en-US" altLang="ko-KR" dirty="0"/>
              <a:t>sigma</a:t>
            </a:r>
            <a:r>
              <a:rPr lang="ko-KR" altLang="en-US" dirty="0"/>
              <a:t>가 표준편차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4A5AEDA-2528-0D5D-EC13-356669E58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08" y="3527272"/>
            <a:ext cx="11145805" cy="12384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750DF9-EB97-D3D8-0B79-74766DFD5D29}"/>
              </a:ext>
            </a:extLst>
          </p:cNvPr>
          <p:cNvSpPr txBox="1"/>
          <p:nvPr/>
        </p:nvSpPr>
        <p:spPr>
          <a:xfrm>
            <a:off x="1162756" y="4765695"/>
            <a:ext cx="103424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첫번째 수식</a:t>
            </a:r>
            <a:r>
              <a:rPr lang="en-US" altLang="ko-KR" dirty="0"/>
              <a:t>: </a:t>
            </a:r>
            <a:r>
              <a:rPr lang="ko-KR" altLang="en-US" dirty="0"/>
              <a:t>예측 네트워크 </a:t>
            </a:r>
            <a:r>
              <a:rPr lang="en-US" altLang="ko-KR" dirty="0"/>
              <a:t>q</a:t>
            </a:r>
            <a:r>
              <a:rPr lang="ko-KR" altLang="en-US" dirty="0"/>
              <a:t>에 대해서 </a:t>
            </a:r>
            <a:r>
              <a:rPr lang="en-US" altLang="ko-KR" dirty="0"/>
              <a:t>(x1~xT</a:t>
            </a:r>
            <a:r>
              <a:rPr lang="ko-KR" altLang="en-US" dirty="0"/>
              <a:t>까지 </a:t>
            </a:r>
            <a:r>
              <a:rPr lang="en-US" altLang="ko-KR" dirty="0"/>
              <a:t>x0 </a:t>
            </a:r>
            <a:r>
              <a:rPr lang="ko-KR" altLang="en-US" dirty="0"/>
              <a:t>순간일 때 확률분포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두번째 수식</a:t>
            </a:r>
            <a:r>
              <a:rPr lang="en-US" altLang="ko-KR" dirty="0"/>
              <a:t>:q(xt|xt-1)</a:t>
            </a:r>
            <a:r>
              <a:rPr lang="ko-KR" altLang="en-US" dirty="0"/>
              <a:t>이 정규분포</a:t>
            </a:r>
            <a:r>
              <a:rPr lang="en-US" altLang="ko-KR" dirty="0"/>
              <a:t>(</a:t>
            </a:r>
            <a:r>
              <a:rPr lang="en-US" altLang="ko-KR" dirty="0" err="1"/>
              <a:t>Xt</a:t>
            </a:r>
            <a:r>
              <a:rPr lang="en-US" altLang="ko-KR" dirty="0"/>
              <a:t>=route(1-Bt)*xt-1</a:t>
            </a:r>
            <a:r>
              <a:rPr lang="ko-KR" altLang="en-US" dirty="0"/>
              <a:t>에서 </a:t>
            </a:r>
            <a:r>
              <a:rPr lang="ko-KR" altLang="en-US" dirty="0" err="1"/>
              <a:t>꺼내옴</a:t>
            </a:r>
            <a:r>
              <a:rPr lang="en-US" altLang="ko-KR" dirty="0"/>
              <a:t>,</a:t>
            </a:r>
            <a:r>
              <a:rPr lang="en-US" altLang="ko-KR" dirty="0" err="1"/>
              <a:t>Bt</a:t>
            </a:r>
            <a:r>
              <a:rPr lang="en-US" altLang="ko-KR" dirty="0"/>
              <a:t>*I</a:t>
            </a:r>
            <a:r>
              <a:rPr lang="ko-KR" altLang="en-US" dirty="0"/>
              <a:t>의 표준편차를 따름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</a:t>
            </a:r>
            <a:r>
              <a:rPr lang="en-US" altLang="ko-KR" dirty="0" err="1"/>
              <a:t>Bt</a:t>
            </a:r>
            <a:r>
              <a:rPr lang="ko-KR" altLang="en-US" dirty="0"/>
              <a:t>란</a:t>
            </a:r>
            <a:r>
              <a:rPr lang="en-US" altLang="ko-KR" dirty="0"/>
              <a:t>? Betas</a:t>
            </a:r>
            <a:r>
              <a:rPr lang="ko-KR" altLang="en-US" dirty="0"/>
              <a:t>라고 하는</a:t>
            </a:r>
            <a:r>
              <a:rPr lang="en-US" altLang="ko-KR" dirty="0"/>
              <a:t> ‘</a:t>
            </a:r>
            <a:r>
              <a:rPr lang="ko-KR" altLang="en-US" dirty="0"/>
              <a:t>잡음의 정도</a:t>
            </a:r>
            <a:r>
              <a:rPr lang="en-US" altLang="ko-KR" dirty="0"/>
              <a:t>‘ </a:t>
            </a:r>
            <a:r>
              <a:rPr lang="ko-KR" altLang="en-US" dirty="0"/>
              <a:t>실제 코드에서는 </a:t>
            </a:r>
            <a:r>
              <a:rPr lang="en-US" altLang="ko-KR" dirty="0"/>
              <a:t>0.0001~0.01</a:t>
            </a:r>
            <a:r>
              <a:rPr lang="ko-KR" altLang="en-US" dirty="0"/>
              <a:t>까지 순차적으로 오르는 상수</a:t>
            </a:r>
            <a:endParaRPr lang="en-US" altLang="ko-KR" dirty="0"/>
          </a:p>
          <a:p>
            <a:r>
              <a:rPr lang="en-US" altLang="ko-KR" dirty="0"/>
              <a:t>*At</a:t>
            </a:r>
            <a:r>
              <a:rPr lang="ko-KR" altLang="en-US" dirty="0"/>
              <a:t>란</a:t>
            </a:r>
            <a:r>
              <a:rPr lang="en-US" altLang="ko-KR" dirty="0"/>
              <a:t>? 1.-Bt</a:t>
            </a:r>
            <a:r>
              <a:rPr lang="ko-KR" altLang="en-US" dirty="0"/>
              <a:t>의 값   </a:t>
            </a:r>
            <a:r>
              <a:rPr lang="en-US" altLang="ko-KR" dirty="0"/>
              <a:t>___</a:t>
            </a:r>
            <a:br>
              <a:rPr lang="en-US" altLang="ko-KR" dirty="0"/>
            </a:br>
            <a:r>
              <a:rPr lang="en-US" altLang="ko-KR" dirty="0"/>
              <a:t>		  At=</a:t>
            </a:r>
            <a:r>
              <a:rPr lang="ko-KR" altLang="en-US" dirty="0" err="1"/>
              <a:t>누적곱</a:t>
            </a:r>
            <a:r>
              <a:rPr lang="en-US" altLang="ko-KR" dirty="0"/>
              <a:t>(s=1..t)*as </a:t>
            </a:r>
            <a:r>
              <a:rPr lang="ko-KR" altLang="en-US" dirty="0"/>
              <a:t>형태</a:t>
            </a:r>
            <a:r>
              <a:rPr lang="en-US" altLang="ko-KR" dirty="0"/>
              <a:t>,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903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A07CA-0A1F-4ED9-78E9-BA8EB45E7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 err="1"/>
              <a:t>Background&amp;Method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736115-007D-DD39-A5AE-B98F13699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311" y="2139315"/>
            <a:ext cx="10515600" cy="4743274"/>
          </a:xfrm>
        </p:spPr>
        <p:txBody>
          <a:bodyPr>
            <a:normAutofit fontScale="77500" lnSpcReduction="20000"/>
          </a:bodyPr>
          <a:lstStyle/>
          <a:p>
            <a:endParaRPr lang="en-US" altLang="ko-KR" dirty="0"/>
          </a:p>
          <a:p>
            <a:r>
              <a:rPr lang="ko-KR" altLang="en-US" dirty="0"/>
              <a:t>우리는 잡음 예측을 하기 위해 </a:t>
            </a:r>
            <a:r>
              <a:rPr lang="en-US" altLang="ko-KR" dirty="0"/>
              <a:t>q(</a:t>
            </a:r>
            <a:r>
              <a:rPr lang="ko-KR" altLang="en-US" dirty="0"/>
              <a:t>예측 네트워크</a:t>
            </a:r>
            <a:r>
              <a:rPr lang="en-US" altLang="ko-KR" dirty="0"/>
              <a:t>)</a:t>
            </a:r>
            <a:r>
              <a:rPr lang="ko-KR" altLang="en-US" dirty="0"/>
              <a:t>에서 사용하는 </a:t>
            </a:r>
            <a:br>
              <a:rPr lang="en-US" altLang="ko-KR" dirty="0"/>
            </a:br>
            <a:r>
              <a:rPr lang="en-US" altLang="ko-KR" dirty="0"/>
              <a:t>q(</a:t>
            </a:r>
            <a:r>
              <a:rPr lang="en-US" altLang="ko-KR" dirty="0" err="1"/>
              <a:t>xt</a:t>
            </a:r>
            <a:r>
              <a:rPr lang="en-US" altLang="ko-KR" dirty="0"/>
              <a:t>-|</a:t>
            </a:r>
            <a:r>
              <a:rPr lang="en-US" altLang="ko-KR" dirty="0" err="1"/>
              <a:t>xt</a:t>
            </a:r>
            <a:r>
              <a:rPr lang="en-US" altLang="ko-KR" dirty="0"/>
              <a:t>)</a:t>
            </a:r>
            <a:r>
              <a:rPr lang="ko-KR" altLang="en-US" dirty="0"/>
              <a:t>를 알고 싶지만 이를 수식적으로 </a:t>
            </a:r>
            <a:r>
              <a:rPr lang="ko-KR" altLang="en-US" dirty="0" err="1"/>
              <a:t>계산하는게</a:t>
            </a:r>
            <a:r>
              <a:rPr lang="ko-KR" altLang="en-US" dirty="0"/>
              <a:t> 불가함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r>
              <a:rPr lang="en-US" altLang="ko-KR" dirty="0"/>
              <a:t>U(</a:t>
            </a:r>
            <a:r>
              <a:rPr lang="en-US" altLang="ko-KR" dirty="0" err="1"/>
              <a:t>xt,t</a:t>
            </a:r>
            <a:r>
              <a:rPr lang="en-US" altLang="ko-KR" dirty="0"/>
              <a:t>)=q(xt|xt-1)</a:t>
            </a:r>
            <a:r>
              <a:rPr lang="ko-KR" altLang="en-US" dirty="0" err="1"/>
              <a:t>일때</a:t>
            </a:r>
            <a:r>
              <a:rPr lang="ko-KR" altLang="en-US" dirty="0"/>
              <a:t> 확률분포임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그리하여 </a:t>
            </a:r>
            <a:r>
              <a:rPr lang="en-US" altLang="ko-KR" dirty="0"/>
              <a:t>P(xt-1|xt)</a:t>
            </a:r>
            <a:r>
              <a:rPr lang="ko-KR" altLang="en-US" dirty="0"/>
              <a:t>와 </a:t>
            </a:r>
            <a:r>
              <a:rPr lang="en-US" altLang="ko-KR" dirty="0"/>
              <a:t>q(xt|xt-1)</a:t>
            </a:r>
            <a:r>
              <a:rPr lang="ko-KR" altLang="en-US" dirty="0"/>
              <a:t>을 </a:t>
            </a:r>
            <a:r>
              <a:rPr lang="en-US" altLang="ko-KR" dirty="0"/>
              <a:t>log likelihood </a:t>
            </a:r>
            <a:r>
              <a:rPr lang="ko-KR" altLang="en-US" dirty="0"/>
              <a:t>방식으로 잡음 예측 네트워크를 </a:t>
            </a:r>
            <a:r>
              <a:rPr lang="ko-KR" altLang="en-US" dirty="0" err="1"/>
              <a:t>잡을거임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Log </a:t>
            </a:r>
            <a:r>
              <a:rPr lang="en-US" altLang="ko-KR" dirty="0" err="1"/>
              <a:t>likelihoo</a:t>
            </a:r>
            <a:r>
              <a:rPr lang="ko-KR" altLang="en-US" dirty="0"/>
              <a:t>의 수식 </a:t>
            </a:r>
            <a:r>
              <a:rPr lang="en-US" altLang="ko-KR" dirty="0"/>
              <a:t>:-log p-theta(x0)</a:t>
            </a:r>
            <a:r>
              <a:rPr lang="ko-KR" altLang="en-US" dirty="0"/>
              <a:t>의 값이 우측 항보다 작거나 같음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D683F8-4F45-AEEB-513C-428F60EC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5AF55A-576A-3C15-B015-082F89457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62" y="4510952"/>
            <a:ext cx="11736438" cy="101931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66FA517-C55E-B9ED-C344-84E58416A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14" y="1284756"/>
            <a:ext cx="12192000" cy="101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181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43FF1-6CDF-6D71-B584-DEE92BA47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 err="1"/>
              <a:t>Background&amp;Method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1E03E5EF-B490-38D2-899E-C69F4DDF19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000" y="1690688"/>
            <a:ext cx="10515600" cy="968331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8481D3-877B-7949-946A-2819A01BB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42197-45EE-C3E9-C899-DEEF55AA1248}"/>
              </a:ext>
            </a:extLst>
          </p:cNvPr>
          <p:cNvSpPr txBox="1"/>
          <p:nvPr/>
        </p:nvSpPr>
        <p:spPr>
          <a:xfrm>
            <a:off x="598311" y="3093156"/>
            <a:ext cx="10611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이전 장의 문제를 해결하기 위해 만든 수식</a:t>
            </a:r>
            <a:r>
              <a:rPr lang="en-US" altLang="ko-KR" dirty="0"/>
              <a:t>: KL</a:t>
            </a:r>
            <a:r>
              <a:rPr lang="ko-KR" altLang="en-US" dirty="0"/>
              <a:t>분산</a:t>
            </a:r>
            <a:r>
              <a:rPr lang="en-US" altLang="ko-KR" dirty="0"/>
              <a:t>, </a:t>
            </a:r>
            <a:r>
              <a:rPr lang="ko-KR" altLang="en-US" dirty="0"/>
              <a:t>이를 통해 </a:t>
            </a:r>
            <a:r>
              <a:rPr lang="en-US" altLang="ko-KR" dirty="0"/>
              <a:t>Log-likelihood</a:t>
            </a:r>
            <a:r>
              <a:rPr lang="ko-KR" altLang="en-US" dirty="0"/>
              <a:t>를 간편하게 근사화 할 수 있음</a:t>
            </a:r>
            <a:r>
              <a:rPr lang="en-US" altLang="ko-KR" dirty="0"/>
              <a:t>. </a:t>
            </a:r>
            <a:r>
              <a:rPr lang="ko-KR" altLang="en-US" dirty="0"/>
              <a:t>최종 잡음 예측 </a:t>
            </a:r>
            <a:r>
              <a:rPr lang="en-US" altLang="ko-KR" dirty="0"/>
              <a:t>Loss: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AA243CF-FE7B-058F-EA7A-878077DF0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4" y="4889507"/>
            <a:ext cx="5706271" cy="50489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21E5814-7860-B4F4-8575-4F882632D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529" y="4789480"/>
            <a:ext cx="5706271" cy="7049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EC4F5AD-F88A-4A08-B0D3-A0146599918C}"/>
              </a:ext>
            </a:extLst>
          </p:cNvPr>
          <p:cNvSpPr txBox="1"/>
          <p:nvPr/>
        </p:nvSpPr>
        <p:spPr>
          <a:xfrm>
            <a:off x="395111" y="5933354"/>
            <a:ext cx="1075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dirty="0" err="1"/>
              <a:t>xt</a:t>
            </a:r>
            <a:r>
              <a:rPr lang="ko-KR" altLang="en-US" dirty="0"/>
              <a:t>의 </a:t>
            </a:r>
            <a:r>
              <a:rPr lang="ko-KR" altLang="en-US" dirty="0" err="1"/>
              <a:t>잡음값을</a:t>
            </a:r>
            <a:r>
              <a:rPr lang="ko-KR" altLang="en-US" dirty="0"/>
              <a:t> 순차적으로 진행하지 않아도 특정 </a:t>
            </a:r>
            <a:r>
              <a:rPr lang="en-US" altLang="ko-KR" dirty="0"/>
              <a:t>time step</a:t>
            </a:r>
            <a:r>
              <a:rPr lang="ko-KR" altLang="en-US" dirty="0"/>
              <a:t>의 </a:t>
            </a:r>
            <a:r>
              <a:rPr lang="en-US" altLang="ko-KR" dirty="0" err="1"/>
              <a:t>xt</a:t>
            </a:r>
            <a:r>
              <a:rPr lang="ko-KR" altLang="en-US" dirty="0"/>
              <a:t>값을 예측할 수 있음을 알려주는 수식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8E86E4E-ACE3-7A40-A532-9DE2F136A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5631" y="3493201"/>
            <a:ext cx="4353969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755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66E6A5-902A-F4A0-05B7-8AC2A54BD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 err="1"/>
              <a:t>Background&amp;Method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8446103-5B3A-97E3-5AE0-FE2C0E207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6288" y="1379195"/>
            <a:ext cx="10515600" cy="2512287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A1E5B7-4CB7-8255-AA56-C6975519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C278A8-6D03-9A50-860A-D4910408FE8A}"/>
              </a:ext>
            </a:extLst>
          </p:cNvPr>
          <p:cNvSpPr txBox="1"/>
          <p:nvPr/>
        </p:nvSpPr>
        <p:spPr>
          <a:xfrm>
            <a:off x="982133" y="4086578"/>
            <a:ext cx="98664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단계</a:t>
            </a:r>
            <a:r>
              <a:rPr lang="en-US" altLang="ko-KR" dirty="0"/>
              <a:t>: Random T</a:t>
            </a:r>
            <a:r>
              <a:rPr lang="ko-KR" altLang="en-US" dirty="0"/>
              <a:t>값으로 </a:t>
            </a:r>
            <a:r>
              <a:rPr lang="en-US" altLang="ko-KR" dirty="0"/>
              <a:t>q(xt|x0)</a:t>
            </a:r>
            <a:r>
              <a:rPr lang="ko-KR" altLang="en-US" dirty="0"/>
              <a:t>를 통해 </a:t>
            </a:r>
            <a:r>
              <a:rPr lang="en-US" altLang="ko-KR" dirty="0" err="1"/>
              <a:t>xt</a:t>
            </a:r>
            <a:r>
              <a:rPr lang="en-US" altLang="ko-KR" dirty="0"/>
              <a:t>(</a:t>
            </a:r>
            <a:r>
              <a:rPr lang="ko-KR" altLang="en-US" dirty="0"/>
              <a:t>예측 완성</a:t>
            </a:r>
            <a:r>
              <a:rPr lang="en-US" altLang="ko-KR" dirty="0"/>
              <a:t>), </a:t>
            </a:r>
            <a:r>
              <a:rPr lang="ko-KR" altLang="en-US" dirty="0"/>
              <a:t>이후 </a:t>
            </a:r>
            <a:r>
              <a:rPr lang="en-US" altLang="ko-KR" dirty="0"/>
              <a:t>loss</a:t>
            </a:r>
            <a:r>
              <a:rPr lang="ko-KR" altLang="en-US" dirty="0"/>
              <a:t>계산</a:t>
            </a:r>
            <a:r>
              <a:rPr lang="en-US" altLang="ko-KR" dirty="0"/>
              <a:t>: delta e(</a:t>
            </a:r>
            <a:r>
              <a:rPr lang="ko-KR" altLang="en-US" dirty="0"/>
              <a:t>잡음</a:t>
            </a:r>
            <a:r>
              <a:rPr lang="en-US" altLang="ko-KR" dirty="0"/>
              <a:t>)=&gt;</a:t>
            </a:r>
            <a:br>
              <a:rPr lang="en-US" altLang="ko-KR" dirty="0"/>
            </a:br>
            <a:r>
              <a:rPr lang="en-US" altLang="ko-KR" dirty="0" err="1"/>
              <a:t>xt</a:t>
            </a:r>
            <a:r>
              <a:rPr lang="ko-KR" altLang="en-US" dirty="0"/>
              <a:t>순간에서 잡음 값</a:t>
            </a:r>
            <a:r>
              <a:rPr lang="en-US" altLang="ko-KR" dirty="0"/>
              <a:t>, </a:t>
            </a:r>
            <a:r>
              <a:rPr lang="ko-KR" altLang="en-US" dirty="0"/>
              <a:t>이후 반복</a:t>
            </a:r>
            <a:br>
              <a:rPr lang="en-US" altLang="ko-KR" dirty="0"/>
            </a:br>
            <a:r>
              <a:rPr lang="ko-KR" altLang="en-US" dirty="0"/>
              <a:t>생성 단계</a:t>
            </a:r>
            <a:r>
              <a:rPr lang="en-US" altLang="ko-KR" dirty="0"/>
              <a:t>: Max Timestep</a:t>
            </a:r>
            <a:r>
              <a:rPr lang="ko-KR" altLang="en-US" dirty="0"/>
              <a:t>에서부터 </a:t>
            </a:r>
            <a:r>
              <a:rPr lang="en-US" altLang="ko-KR" dirty="0"/>
              <a:t>0step</a:t>
            </a:r>
            <a:r>
              <a:rPr lang="ko-KR" altLang="en-US" dirty="0"/>
              <a:t>까지 </a:t>
            </a:r>
            <a:r>
              <a:rPr lang="en-US" altLang="ko-KR" dirty="0"/>
              <a:t>Xt-1 </a:t>
            </a:r>
            <a:r>
              <a:rPr lang="ko-KR" altLang="en-US" dirty="0"/>
              <a:t>생성</a:t>
            </a:r>
            <a:r>
              <a:rPr lang="en-US" altLang="ko-KR" dirty="0"/>
              <a:t>, </a:t>
            </a:r>
            <a:r>
              <a:rPr lang="ko-KR" altLang="en-US" dirty="0"/>
              <a:t>이때 </a:t>
            </a:r>
            <a:r>
              <a:rPr lang="en-US" altLang="ko-KR" dirty="0"/>
              <a:t>4</a:t>
            </a:r>
            <a:r>
              <a:rPr lang="ko-KR" altLang="en-US" dirty="0"/>
              <a:t>번 식을 보면 </a:t>
            </a:r>
            <a:br>
              <a:rPr lang="en-US" altLang="ko-KR" dirty="0"/>
            </a:br>
            <a:r>
              <a:rPr lang="en-US" altLang="ko-KR" dirty="0" err="1"/>
              <a:t>Xt</a:t>
            </a:r>
            <a:r>
              <a:rPr lang="en-US" altLang="ko-KR" dirty="0"/>
              <a:t>- (</a:t>
            </a:r>
            <a:r>
              <a:rPr lang="en-US" altLang="ko-KR" dirty="0" err="1"/>
              <a:t>comprd</a:t>
            </a:r>
            <a:r>
              <a:rPr lang="en-US" altLang="ko-KR" dirty="0"/>
              <a:t> alpha)*e(theta)</a:t>
            </a:r>
            <a:r>
              <a:rPr lang="ko-KR" altLang="en-US" dirty="0"/>
              <a:t>를 통하여 예측 </a:t>
            </a:r>
            <a:r>
              <a:rPr lang="en-US" altLang="ko-KR" dirty="0"/>
              <a:t>x0</a:t>
            </a:r>
            <a:r>
              <a:rPr lang="ko-KR" altLang="en-US" dirty="0"/>
              <a:t>가 완성되는데 거기다  </a:t>
            </a:r>
            <a:r>
              <a:rPr lang="en-US" altLang="ko-KR" dirty="0"/>
              <a:t>sigma(t)*z</a:t>
            </a:r>
            <a:r>
              <a:rPr lang="ko-KR" altLang="en-US" dirty="0"/>
              <a:t>라는 </a:t>
            </a:r>
            <a:r>
              <a:rPr lang="ko-KR" altLang="en-US" dirty="0" err="1"/>
              <a:t>마스킹</a:t>
            </a:r>
            <a:r>
              <a:rPr lang="en-US" altLang="ko-KR" dirty="0"/>
              <a:t>(</a:t>
            </a:r>
            <a:r>
              <a:rPr lang="ko-KR" altLang="en-US" dirty="0"/>
              <a:t>노이즈 값</a:t>
            </a:r>
            <a:r>
              <a:rPr lang="en-US" altLang="ko-KR" dirty="0"/>
              <a:t>)</a:t>
            </a:r>
            <a:r>
              <a:rPr lang="ko-KR" altLang="en-US" dirty="0"/>
              <a:t>을 넣어주어 </a:t>
            </a:r>
            <a:r>
              <a:rPr lang="en-US" altLang="ko-KR" dirty="0"/>
              <a:t>xt-1</a:t>
            </a:r>
            <a:r>
              <a:rPr lang="ko-KR" altLang="en-US" dirty="0"/>
              <a:t>의 이미지로 복원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				</a:t>
            </a:r>
            <a:r>
              <a:rPr lang="ko-KR" altLang="en-US" dirty="0"/>
              <a:t>잡음 식</a:t>
            </a:r>
            <a:r>
              <a:rPr lang="en-US" altLang="ko-KR" dirty="0"/>
              <a:t>: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70B1F14-CCF9-957D-0A58-DE4819B54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453093"/>
            <a:ext cx="3527822" cy="101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801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A3C9EB-55FA-7DEC-4519-B3A98E7DC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이해하기 쉬운 코드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1EF1E-7A1E-EB9A-9D6B-34DAFD87C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실제로 진행 되는 순서</a:t>
            </a:r>
            <a:endParaRPr lang="en-US" altLang="ko-KR" dirty="0"/>
          </a:p>
          <a:p>
            <a:r>
              <a:rPr lang="en-US" altLang="ko-KR" dirty="0"/>
              <a:t>1:Betas</a:t>
            </a:r>
            <a:r>
              <a:rPr lang="ko-KR" altLang="en-US" dirty="0"/>
              <a:t>값 설정 </a:t>
            </a:r>
            <a:r>
              <a:rPr lang="en-US" altLang="ko-KR" dirty="0"/>
              <a:t>(</a:t>
            </a:r>
            <a:r>
              <a:rPr lang="ko-KR" altLang="en-US" dirty="0"/>
              <a:t>일반적으로 </a:t>
            </a:r>
            <a:r>
              <a:rPr lang="en-US" altLang="ko-KR" dirty="0"/>
              <a:t>0.0001 =&gt;0.01</a:t>
            </a:r>
            <a:r>
              <a:rPr lang="ko-KR" altLang="en-US" dirty="0"/>
              <a:t>까지 순차적 증가</a:t>
            </a:r>
            <a:r>
              <a:rPr lang="en-US" altLang="ko-KR" dirty="0"/>
              <a:t>)</a:t>
            </a:r>
            <a:br>
              <a:rPr lang="en-US" altLang="ko-KR" dirty="0"/>
            </a:br>
            <a:endParaRPr lang="en-US" altLang="ko-KR" dirty="0"/>
          </a:p>
          <a:p>
            <a:r>
              <a:rPr lang="en-US" altLang="ko-KR" dirty="0"/>
              <a:t>2:Betas</a:t>
            </a:r>
            <a:r>
              <a:rPr lang="ko-KR" altLang="en-US" dirty="0"/>
              <a:t>값에 따른 잡음 예측 모델의 평균과 분산 값 지정</a:t>
            </a:r>
            <a:br>
              <a:rPr lang="en-US" altLang="ko-KR" dirty="0"/>
            </a:br>
            <a:r>
              <a:rPr lang="en-US" altLang="ko-KR" dirty="0"/>
              <a:t> (*</a:t>
            </a:r>
            <a:r>
              <a:rPr lang="en-US" altLang="ko-KR" dirty="0" err="1"/>
              <a:t>q_mean</a:t>
            </a:r>
            <a:r>
              <a:rPr lang="en-US" altLang="ko-KR" dirty="0"/>
              <a:t>, </a:t>
            </a:r>
            <a:r>
              <a:rPr lang="en-US" altLang="ko-KR" dirty="0" err="1"/>
              <a:t>q_variance</a:t>
            </a:r>
            <a:r>
              <a:rPr lang="ko-KR" altLang="en-US" dirty="0"/>
              <a:t>는 </a:t>
            </a:r>
            <a:r>
              <a:rPr lang="en-US" altLang="ko-KR" dirty="0"/>
              <a:t>Ut-1(t=1000…1)</a:t>
            </a:r>
            <a:r>
              <a:rPr lang="ko-KR" altLang="en-US" dirty="0"/>
              <a:t>의 값들임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40A14E-3797-D018-9326-5D6F61AE5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A379546-ACEC-4D88-BE10-D4E1C3A7D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370" y="4538434"/>
            <a:ext cx="9236363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3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21C92-AB6A-ACE4-61C3-1E0F42011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이해하기 쉬운 코드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A5A2D9-C8ED-E727-9836-3086BA05E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3:</a:t>
            </a:r>
            <a:r>
              <a:rPr lang="ko-KR" altLang="en-US" dirty="0"/>
              <a:t>잡음 예측을 값에 수렴시키기 위해서 </a:t>
            </a:r>
            <a:r>
              <a:rPr lang="en-US" altLang="ko-KR" dirty="0"/>
              <a:t>q(xt|xT,x0)</a:t>
            </a:r>
            <a:r>
              <a:rPr lang="ko-KR" altLang="en-US" dirty="0"/>
              <a:t>로 샘플 생성하고 이 </a:t>
            </a:r>
            <a:r>
              <a:rPr lang="en-US" altLang="ko-KR" dirty="0" err="1"/>
              <a:t>xt</a:t>
            </a:r>
            <a:r>
              <a:rPr lang="ko-KR" altLang="en-US" dirty="0"/>
              <a:t>값에서 잡음을 추출 </a:t>
            </a:r>
            <a:r>
              <a:rPr lang="en-US" altLang="ko-KR" dirty="0"/>
              <a:t>E(theta), </a:t>
            </a:r>
            <a:r>
              <a:rPr lang="ko-KR" altLang="en-US" dirty="0"/>
              <a:t>원본 잡음</a:t>
            </a:r>
            <a:r>
              <a:rPr lang="en-US" altLang="ko-KR" dirty="0"/>
              <a:t>: E(Gaussian)</a:t>
            </a:r>
            <a:br>
              <a:rPr lang="en-US" altLang="ko-KR" dirty="0"/>
            </a:br>
            <a:r>
              <a:rPr lang="en-US" altLang="ko-KR" dirty="0"/>
              <a:t>KL </a:t>
            </a:r>
            <a:r>
              <a:rPr lang="ko-KR" altLang="en-US" dirty="0"/>
              <a:t>혹은 </a:t>
            </a:r>
            <a:r>
              <a:rPr lang="en-US" altLang="ko-KR" dirty="0"/>
              <a:t>MSE </a:t>
            </a:r>
            <a:r>
              <a:rPr lang="ko-KR" altLang="en-US" dirty="0"/>
              <a:t>방식으로 </a:t>
            </a:r>
            <a:r>
              <a:rPr lang="ko-KR" altLang="en-US" dirty="0" err="1"/>
              <a:t>잡음값</a:t>
            </a:r>
            <a:r>
              <a:rPr lang="ko-KR" altLang="en-US" dirty="0"/>
              <a:t> </a:t>
            </a:r>
            <a:r>
              <a:rPr lang="en-US" altLang="ko-KR" dirty="0"/>
              <a:t>loss </a:t>
            </a:r>
            <a:r>
              <a:rPr lang="ko-KR" altLang="en-US" dirty="0"/>
              <a:t>구함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9A0EC3-23F8-BA76-4015-23F4D279A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21638C8-1D3E-2230-4386-B67096EEE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79" y="2987040"/>
            <a:ext cx="8821381" cy="284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533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CB6D4-E995-BEE6-D293-AC5549229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이해하기 쉬운 코드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B5384F-CDFB-9859-4F2E-DAD74A763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4:</a:t>
            </a:r>
            <a:r>
              <a:rPr lang="ko-KR" altLang="en-US" dirty="0"/>
              <a:t>완성된 잡음 예측 네트워크를 통해 </a:t>
            </a:r>
            <a:r>
              <a:rPr lang="en-US" altLang="ko-KR" dirty="0" err="1"/>
              <a:t>sampl</a:t>
            </a:r>
            <a:r>
              <a:rPr lang="ko-KR" altLang="en-US" dirty="0"/>
              <a:t>을 생성</a:t>
            </a:r>
            <a:r>
              <a:rPr lang="en-US" altLang="ko-KR" dirty="0"/>
              <a:t>, </a:t>
            </a:r>
            <a:r>
              <a:rPr lang="ko-KR" altLang="en-US" dirty="0"/>
              <a:t>이때 </a:t>
            </a:r>
            <a:br>
              <a:rPr lang="en-US" altLang="ko-KR" dirty="0"/>
            </a:br>
            <a:r>
              <a:rPr lang="en-US" altLang="ko-KR" dirty="0" err="1"/>
              <a:t>Xt</a:t>
            </a:r>
            <a:r>
              <a:rPr lang="en-US" altLang="ko-KR" dirty="0"/>
              <a:t>-&gt;</a:t>
            </a:r>
            <a:r>
              <a:rPr lang="ko-KR" altLang="en-US" dirty="0"/>
              <a:t>예측 </a:t>
            </a:r>
            <a:r>
              <a:rPr lang="en-US" altLang="ko-KR" dirty="0"/>
              <a:t>x0,+t-1</a:t>
            </a:r>
            <a:r>
              <a:rPr lang="ko-KR" altLang="en-US" dirty="0"/>
              <a:t>단계의 잡음 삽입</a:t>
            </a:r>
            <a:r>
              <a:rPr lang="en-US" altLang="ko-KR" dirty="0"/>
              <a:t>=&gt;Xt-1</a:t>
            </a:r>
            <a:r>
              <a:rPr lang="ko-KR" altLang="en-US" dirty="0"/>
              <a:t>완성 시킴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C8EB6F-5025-BBEE-3540-D90AC17DF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10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07207DA-D787-9637-93A2-4149D38CD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34" y="2820454"/>
            <a:ext cx="11155332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540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D45EC7-125E-917F-E240-F31304FFE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이해하기 쉬운 코드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2A4205-8788-9303-08B6-132A349FB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왜 도대체 </a:t>
            </a:r>
            <a:r>
              <a:rPr lang="en-US" altLang="ko-KR" dirty="0"/>
              <a:t>x0</a:t>
            </a:r>
            <a:r>
              <a:rPr lang="ko-KR" altLang="en-US" dirty="0"/>
              <a:t>를 예측하고 다시 </a:t>
            </a:r>
            <a:r>
              <a:rPr lang="en-US" altLang="ko-KR" dirty="0"/>
              <a:t>t-1</a:t>
            </a:r>
            <a:r>
              <a:rPr lang="ko-KR" altLang="en-US" dirty="0"/>
              <a:t>순간의 잡음을 넣어줄까</a:t>
            </a:r>
            <a:r>
              <a:rPr lang="en-US" altLang="ko-KR" dirty="0"/>
              <a:t>?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</a:t>
            </a:r>
            <a:r>
              <a:rPr lang="ko-KR" altLang="en-US" dirty="0"/>
              <a:t>이 예측 모델은 확률 분포를 따르는데</a:t>
            </a:r>
            <a:r>
              <a:rPr lang="en-US" altLang="ko-KR" dirty="0"/>
              <a:t>, </a:t>
            </a:r>
            <a:r>
              <a:rPr lang="ko-KR" altLang="en-US" dirty="0"/>
              <a:t>하나의 </a:t>
            </a:r>
            <a:r>
              <a:rPr lang="en-US" altLang="ko-KR" dirty="0"/>
              <a:t>step</a:t>
            </a:r>
            <a:r>
              <a:rPr lang="ko-KR" altLang="en-US" dirty="0"/>
              <a:t>에서 바로 </a:t>
            </a:r>
            <a:r>
              <a:rPr lang="en-US" altLang="ko-KR" dirty="0"/>
              <a:t>x0</a:t>
            </a:r>
            <a:r>
              <a:rPr lang="ko-KR" altLang="en-US" dirty="0"/>
              <a:t>를 만들면 통계적으로 이미지 복원이 될 확률이 낮음</a:t>
            </a:r>
            <a:r>
              <a:rPr lang="en-US" altLang="ko-KR" dirty="0"/>
              <a:t>!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So,</a:t>
            </a:r>
            <a:r>
              <a:rPr lang="ko-KR" altLang="en-US" dirty="0"/>
              <a:t>수 많은 </a:t>
            </a:r>
            <a:r>
              <a:rPr lang="en-US" altLang="ko-KR" dirty="0"/>
              <a:t>step</a:t>
            </a:r>
            <a:r>
              <a:rPr lang="ko-KR" altLang="en-US" dirty="0"/>
              <a:t>별로 </a:t>
            </a:r>
            <a:r>
              <a:rPr lang="en-US" altLang="ko-KR" dirty="0"/>
              <a:t>ex) 1000.. 999…500…1</a:t>
            </a:r>
            <a:r>
              <a:rPr lang="ko-KR" altLang="en-US" dirty="0"/>
              <a:t>까지 변경되면 </a:t>
            </a:r>
            <a:r>
              <a:rPr lang="en-US" altLang="ko-KR" dirty="0"/>
              <a:t>1000</a:t>
            </a:r>
            <a:r>
              <a:rPr lang="ko-KR" altLang="en-US" dirty="0"/>
              <a:t>번의 잡음 제거와 잡음 생성을 마치므로 결국 </a:t>
            </a:r>
            <a:r>
              <a:rPr lang="en-US" altLang="ko-KR" dirty="0"/>
              <a:t>1000</a:t>
            </a:r>
            <a:r>
              <a:rPr lang="ko-KR" altLang="en-US" dirty="0"/>
              <a:t>번의 시행을 한 </a:t>
            </a:r>
            <a:r>
              <a:rPr lang="en-US" altLang="ko-KR" dirty="0"/>
              <a:t>‘</a:t>
            </a:r>
            <a:r>
              <a:rPr lang="ko-KR" altLang="en-US" dirty="0"/>
              <a:t>큰 수의 법칙</a:t>
            </a:r>
            <a:r>
              <a:rPr lang="en-US" altLang="ko-KR" dirty="0"/>
              <a:t>＇</a:t>
            </a:r>
            <a:r>
              <a:rPr lang="ko-KR" altLang="en-US" dirty="0"/>
              <a:t>이 적용됨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(ex </a:t>
            </a:r>
            <a:r>
              <a:rPr lang="ko-KR" altLang="en-US" dirty="0"/>
              <a:t>동전 </a:t>
            </a:r>
            <a:r>
              <a:rPr lang="en-US" altLang="ko-KR" dirty="0"/>
              <a:t>4</a:t>
            </a:r>
            <a:r>
              <a:rPr lang="ko-KR" altLang="en-US" dirty="0"/>
              <a:t>번 </a:t>
            </a:r>
            <a:r>
              <a:rPr lang="ko-KR" altLang="en-US" dirty="0" err="1"/>
              <a:t>던졋을때</a:t>
            </a:r>
            <a:r>
              <a:rPr lang="ko-KR" altLang="en-US" dirty="0"/>
              <a:t> </a:t>
            </a:r>
            <a:r>
              <a:rPr lang="en-US" altLang="ko-KR" dirty="0"/>
              <a:t>50:50</a:t>
            </a:r>
            <a:r>
              <a:rPr lang="ko-KR" altLang="en-US" dirty="0"/>
              <a:t>의 확률로 수렴하지 않을 확률 높지만 </a:t>
            </a:r>
            <a:r>
              <a:rPr lang="en-US" altLang="ko-KR" dirty="0"/>
              <a:t>1000</a:t>
            </a:r>
            <a:r>
              <a:rPr lang="ko-KR" altLang="en-US" dirty="0"/>
              <a:t>번 던지면 거의 </a:t>
            </a:r>
            <a:r>
              <a:rPr lang="en-US" altLang="ko-KR" dirty="0"/>
              <a:t>50:50</a:t>
            </a:r>
            <a:r>
              <a:rPr lang="ko-KR" altLang="en-US" dirty="0"/>
              <a:t>으로 수렴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B3F884-CBB8-5AD5-D494-69F4C2318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5798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14E62F-FCCE-9205-36CC-E37BBA18A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9C4375-DC1F-9DE8-8492-3FFD0FE96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 </a:t>
            </a:r>
            <a:r>
              <a:rPr lang="ko-KR" altLang="en-US" dirty="0"/>
              <a:t>순간이 충분히 </a:t>
            </a:r>
            <a:r>
              <a:rPr lang="ko-KR" altLang="en-US" dirty="0" err="1"/>
              <a:t>클때</a:t>
            </a:r>
            <a:r>
              <a:rPr lang="ko-KR" altLang="en-US" dirty="0"/>
              <a:t> 이미지의 </a:t>
            </a:r>
            <a:r>
              <a:rPr lang="en-US" altLang="ko-KR" dirty="0"/>
              <a:t>‘</a:t>
            </a:r>
            <a:r>
              <a:rPr lang="ko-KR" altLang="en-US" dirty="0"/>
              <a:t>다양성</a:t>
            </a:r>
            <a:r>
              <a:rPr lang="en-US" altLang="ko-KR" dirty="0"/>
              <a:t>’</a:t>
            </a:r>
            <a:r>
              <a:rPr lang="ko-KR" altLang="en-US" dirty="0"/>
              <a:t>이 증가함을 확인 할 수 있다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20F7BD-F515-6867-4C7F-49F9C1AAB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12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AD86DD-5CE6-66A2-9D29-7B918D248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93" y="2623591"/>
            <a:ext cx="12050807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543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61916-C15B-114A-6062-02DD52026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B12038-0D22-4FA6-B795-5AE59F3B8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1510665"/>
            <a:ext cx="10515600" cy="4351338"/>
          </a:xfrm>
        </p:spPr>
        <p:txBody>
          <a:bodyPr/>
          <a:lstStyle/>
          <a:p>
            <a:r>
              <a:rPr lang="ko-KR" altLang="en-US" dirty="0"/>
              <a:t>소스 </a:t>
            </a:r>
            <a:r>
              <a:rPr lang="en-US" altLang="ko-KR" dirty="0"/>
              <a:t>2</a:t>
            </a:r>
            <a:r>
              <a:rPr lang="ko-KR" altLang="en-US" dirty="0"/>
              <a:t>개에 대한 결합 </a:t>
            </a:r>
            <a:r>
              <a:rPr lang="en-US" altLang="ko-KR" dirty="0"/>
              <a:t>diffusion</a:t>
            </a:r>
            <a:r>
              <a:rPr lang="ko-KR" altLang="en-US" dirty="0"/>
              <a:t>으로 완전히 새로운 이미지 생성에 도움을 줄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E95066-24D2-B989-C9A5-2109EEDC8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F034-A3D5-4BCE-9C59-F064269EAA00}" type="slidenum">
              <a:rPr lang="ko-KR" altLang="en-US" smtClean="0"/>
              <a:t>13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FEEDCC1-FE1D-D662-3D8A-59B70EF32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78" y="2480696"/>
            <a:ext cx="12165123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493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731</Words>
  <Application>Microsoft Office PowerPoint</Application>
  <PresentationFormat>와이드스크린</PresentationFormat>
  <Paragraphs>58</Paragraphs>
  <Slides>13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DDPM: Denoising Diffusion Probabilistic model</vt:lpstr>
      <vt:lpstr>목차</vt:lpstr>
      <vt:lpstr>Introduction</vt:lpstr>
      <vt:lpstr>Background&amp;Method</vt:lpstr>
      <vt:lpstr>Background&amp;Method</vt:lpstr>
      <vt:lpstr>Background&amp;Method</vt:lpstr>
      <vt:lpstr>Background&amp;Method</vt:lpstr>
      <vt:lpstr>이해하기 쉬운 코드 설명</vt:lpstr>
      <vt:lpstr>이해하기 쉬운 코드 설명</vt:lpstr>
      <vt:lpstr>이해하기 쉬운 코드 설명</vt:lpstr>
      <vt:lpstr>이해하기 쉬운 코드 설명</vt:lpstr>
      <vt:lpstr>실험 결과</vt:lpstr>
      <vt:lpstr>실험 결과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Eunbee Lee</dc:creator>
  <cp:lastModifiedBy>건우 정</cp:lastModifiedBy>
  <cp:revision>18</cp:revision>
  <dcterms:created xsi:type="dcterms:W3CDTF">2025-04-14T11:52:20Z</dcterms:created>
  <dcterms:modified xsi:type="dcterms:W3CDTF">2025-05-06T08:29:44Z</dcterms:modified>
</cp:coreProperties>
</file>