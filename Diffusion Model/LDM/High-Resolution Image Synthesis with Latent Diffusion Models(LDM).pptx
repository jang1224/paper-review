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A67DD0-0BE3-48AD-8EE3-754131C81B3B}" v="1" dt="2025-07-01T16:25:31.9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1F600-A6BB-481B-A184-D974ED6A629D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31497-C401-43EF-82CF-8752B3D846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981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31497-C401-43EF-82CF-8752B3D8469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912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721CC8-17E7-3403-202B-822B361A8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30BF2-F3A2-207F-C0BC-C1C158C5D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B57F79-B0AB-75DA-74A2-B62F0FA0D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F4F17-BEF1-0097-7D3C-3D4FB2A29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18D6CD-72BF-4B88-7B20-1E048940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21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27F14-6FE0-2FE7-003A-6929FC6BD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03543B-7659-7205-0702-625AAE0E6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3FF911-ED7D-AC9F-B0A8-886A31E0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532C1B-59E0-55FC-52E9-1C7DCF08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B2946-E08F-386A-3B05-7C3F7C043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604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D2D00B-41F7-651C-8A2C-3C82F16E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E7F90-D4EB-CA21-B466-6FFFC6C73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2BE6EE-619D-308D-B62C-35CAE6FEE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950F7F-C191-3F69-DA03-C65394AB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6666F5-F55C-1D57-7E44-5189D209E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763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978F1-33FC-8E19-6316-83F03177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8D98FF-BFBB-1EC3-14D1-16C056A7F1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A04A23-264A-C99D-8DCA-7E44E2593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784F89-B354-124A-8B64-35CF8078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F5DB9E-28FB-3347-0543-75F04858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81A4C8-9025-E1D0-A6CB-0FB81679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79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B3D00-6E85-49CE-ECF5-CDE683F7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F1B082-7210-CD04-6E1C-A8D92D9AD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F093B0-2D14-1D7F-343E-ABFA48BAC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66C929-9F90-8F2F-9B4F-8AABAE2BF2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85C666-55FD-DB87-3CCE-B092EBCC5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BE58AE-80E5-22D5-9A4E-9E97266C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B5A79B3-E279-A264-5077-9BD33F917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483C369-6A72-D9DF-FA50-2561FBF09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359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41167-CC37-F877-5DCE-3BFB827D7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55A12FE-607F-3829-3125-347419F85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5F9CDF-2F3A-6802-1B7B-E2CA1AD5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B72200-76AA-C751-A4C7-B6B13C04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16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22E4B5-98D4-F3F0-60B9-A48F14E0C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A3B6E1-FF05-931C-A6B3-69539A1E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2A4F1D-580D-9086-3D14-027172C1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4944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212D6-A7BE-645E-1601-234DE1102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4BBC36-E92A-46B2-3E88-0319A518C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AB29AC-67DA-C0A4-DCBF-A93A24AFE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026748-D826-E383-7431-094232DF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E0E8EA-61FE-95C1-5CAB-D43193265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681A87-F665-FC6B-0308-CD6F8C40C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47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E8F2A-CA45-B8F0-0763-56A88AA00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5CABE3-D08C-A741-CBAD-729B88FA97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A9E746-7989-73C0-32ED-DF266093A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7D014-1089-04F0-1D38-7266C4260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7CAB09-765A-4623-7283-091D74A7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7B1E9E-3B0E-3C50-1B29-60AAE6F11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28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D2BCF-AC95-BD02-3A70-7A31EB4CC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0CD2C4-0459-6E6D-FD28-A878F07744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3DEE5-840B-0669-F5D4-F4950C09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7F413-6CA7-F0DC-F1C1-A980A48A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61C1C7-40E6-D2D9-6D53-D00C779CF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21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DB4DA9-F11A-8BAB-A981-78080972B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BFE43B-2D2B-133D-781E-2FB663F6D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6D0A3-90EF-C5A5-18AA-79933F2A1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DBCB00-F305-9C69-B005-5595F8BF7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C0462C-1C7F-5EAD-AAB5-1734FB92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0580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4AC7DC-9105-D2E0-99F0-2F3A246A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44F91B-B178-DB94-F513-28E2019FE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071F9-8BEF-6BC4-8E15-0A3209A31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162931-6B96-4F9C-B23A-8EB152822922}" type="datetimeFigureOut">
              <a:rPr lang="ko-KR" altLang="en-US" smtClean="0"/>
              <a:t>2025-07-02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5BE5F9-681D-D352-0A4A-5631FA874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B72474-3CD7-1CF4-9E51-B0A94FDFA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6C337-4001-416C-910E-6143D39CDC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17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86CD98-DC48-57C6-BB5A-525FF82813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000" dirty="0"/>
              <a:t>High-Resolution Image Synthesis with Latent Diffusion Models(LDM)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F6DDB72-4256-FEFB-23F8-6E91BEACE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44290"/>
            <a:ext cx="9144000" cy="713509"/>
          </a:xfrm>
        </p:spPr>
        <p:txBody>
          <a:bodyPr/>
          <a:lstStyle/>
          <a:p>
            <a:r>
              <a:rPr lang="en-US" altLang="ko-KR"/>
              <a:t>2022158034  </a:t>
            </a:r>
            <a:r>
              <a:rPr lang="ko-KR" altLang="en-US" dirty="0"/>
              <a:t>조장혁</a:t>
            </a:r>
          </a:p>
        </p:txBody>
      </p:sp>
    </p:spTree>
    <p:extLst>
      <p:ext uri="{BB962C8B-B14F-4D97-AF65-F5344CB8AC3E}">
        <p14:creationId xmlns:p14="http://schemas.microsoft.com/office/powerpoint/2010/main" val="925628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0150E5-453C-A613-C696-0B4EE8BA1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29DFEFE7-7EC2-C8CA-6218-D17492EAA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66653" y="2162712"/>
            <a:ext cx="5858693" cy="3677163"/>
          </a:xfrm>
        </p:spPr>
      </p:pic>
    </p:spTree>
    <p:extLst>
      <p:ext uri="{BB962C8B-B14F-4D97-AF65-F5344CB8AC3E}">
        <p14:creationId xmlns:p14="http://schemas.microsoft.com/office/powerpoint/2010/main" val="9120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51B87-A8D1-A764-B167-71A36C643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C76C3131-C5A5-8A9C-CE26-59B15C46AF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311" y="5070908"/>
            <a:ext cx="6287377" cy="619211"/>
          </a:xfr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F9DCD8-0679-B6CF-17E9-7FED7E678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9017" y="2281556"/>
            <a:ext cx="5849166" cy="81926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F5D2B4-767B-DE43-D4F5-DEE173819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653" y="3660776"/>
            <a:ext cx="5496692" cy="72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215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44D94-4A48-938C-B5CB-93CC594E5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08CAABB-6122-5115-94BD-C8AA95CB6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9890" y="2822179"/>
            <a:ext cx="6592220" cy="790685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CCC87E-7519-6DB7-080A-9791EF7B9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04" y="4052456"/>
            <a:ext cx="9078592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6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0B146-0757-7D30-5EA1-410955AC5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F608960F-7379-EE46-FF1E-87E9C1694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900" y="1690688"/>
            <a:ext cx="6044199" cy="2044361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34EE45-CFFF-FF30-6448-9D38FBF6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00" y="3844913"/>
            <a:ext cx="6096851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991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AA6B4-E1A8-A76E-814C-30CD79740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50707F-95AD-862C-98AE-AA6AD2365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BD20630-CA1F-8C4C-824F-9C0B40C6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913" y="1801224"/>
            <a:ext cx="8728173" cy="17621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35D007C-529D-DE59-45AF-2E36EF24E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227" y="3673914"/>
            <a:ext cx="9253481" cy="176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3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626000-845E-11A3-9492-363290CB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BE945FD-BD3E-7F45-0826-E842028B5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085" y="1767495"/>
            <a:ext cx="6401340" cy="2215242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CAAB34C-302B-2B4E-A243-38D4F7DEE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319" y="4243224"/>
            <a:ext cx="6701361" cy="210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308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5DA294FFD5784787D5AB72E0DED182" ma:contentTypeVersion="5" ma:contentTypeDescription="새 문서를 만듭니다." ma:contentTypeScope="" ma:versionID="1947bb15c4f475d9e28fdf681c448344">
  <xsd:schema xmlns:xsd="http://www.w3.org/2001/XMLSchema" xmlns:xs="http://www.w3.org/2001/XMLSchema" xmlns:p="http://schemas.microsoft.com/office/2006/metadata/properties" xmlns:ns3="9355d4e4-c342-4770-8d34-c37815e2beaf" targetNamespace="http://schemas.microsoft.com/office/2006/metadata/properties" ma:root="true" ma:fieldsID="2e81d29a5cf4b8812fd158f7b17e1b60" ns3:_="">
    <xsd:import namespace="9355d4e4-c342-4770-8d34-c37815e2be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5d4e4-c342-4770-8d34-c37815e2b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C1B32D5-9C8D-4D87-BAB0-1323A49176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55d4e4-c342-4770-8d34-c37815e2b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C17AD3-A271-45D1-9E2F-CFB0B3AC2854}">
  <ds:schemaRefs>
    <ds:schemaRef ds:uri="http://purl.org/dc/dcmitype/"/>
    <ds:schemaRef ds:uri="9355d4e4-c342-4770-8d34-c37815e2beaf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AA9D942-81B6-449F-88BE-AFBF7222AE7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880</TotalTime>
  <Words>13</Words>
  <Application>Microsoft Office PowerPoint</Application>
  <PresentationFormat>와이드스크린</PresentationFormat>
  <Paragraphs>3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High-Resolution Image Synthesis with Latent Diffusion Models(LDM)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조장혁(2022158034)</dc:creator>
  <cp:lastModifiedBy>조장혁(2022158034)</cp:lastModifiedBy>
  <cp:revision>2</cp:revision>
  <dcterms:created xsi:type="dcterms:W3CDTF">2025-06-30T06:36:47Z</dcterms:created>
  <dcterms:modified xsi:type="dcterms:W3CDTF">2025-07-02T09:05:37Z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0x010100E05DA294FFD5784787D5AB72E0DED182</vt:lpwstr>
  </property>
</Properties>
</file>